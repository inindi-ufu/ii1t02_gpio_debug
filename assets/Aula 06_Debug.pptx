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5" r:id="rId2"/>
    <p:sldId id="300" r:id="rId3"/>
    <p:sldId id="302" r:id="rId4"/>
    <p:sldId id="304" r:id="rId5"/>
    <p:sldId id="306" r:id="rId6"/>
    <p:sldId id="308" r:id="rId7"/>
    <p:sldId id="310" r:id="rId8"/>
    <p:sldId id="312" r:id="rId9"/>
    <p:sldId id="314" r:id="rId10"/>
    <p:sldId id="316" r:id="rId11"/>
    <p:sldId id="318" r:id="rId12"/>
    <p:sldId id="320" r:id="rId13"/>
    <p:sldId id="256" r:id="rId14"/>
    <p:sldId id="257" r:id="rId15"/>
    <p:sldId id="258" r:id="rId16"/>
    <p:sldId id="260" r:id="rId17"/>
    <p:sldId id="262" r:id="rId18"/>
    <p:sldId id="264" r:id="rId19"/>
    <p:sldId id="266" r:id="rId20"/>
    <p:sldId id="268" r:id="rId21"/>
    <p:sldId id="270" r:id="rId22"/>
    <p:sldId id="273" r:id="rId23"/>
    <p:sldId id="274" r:id="rId24"/>
    <p:sldId id="277" r:id="rId25"/>
    <p:sldId id="278" r:id="rId26"/>
    <p:sldId id="283" r:id="rId27"/>
    <p:sldId id="284" r:id="rId28"/>
    <p:sldId id="285" r:id="rId29"/>
    <p:sldId id="286" r:id="rId30"/>
    <p:sldId id="291" r:id="rId31"/>
    <p:sldId id="292" r:id="rId32"/>
    <p:sldId id="293" r:id="rId33"/>
    <p:sldId id="294" r:id="rId3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0A7DD-0C29-4116-A56E-F002FDBFF753}" v="4" dt="2026-04-08T09:34:51.2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3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DD587564-A78D-4561-8E64-C12CF1DF9BAA}"/>
    <pc:docChg chg="undo custSel addSld delSld modSld sldOrd">
      <pc:chgData name="Josué Silva de Morais" userId="f406c2cd-edfc-4057-be10-75858098c663" providerId="ADAL" clId="{DD587564-A78D-4561-8E64-C12CF1DF9BAA}" dt="2026-04-08T09:54:05.458" v="1166" actId="14100"/>
      <pc:docMkLst>
        <pc:docMk/>
      </pc:docMkLst>
      <pc:sldChg chg="addSp modSp new mod ord">
        <pc:chgData name="Josué Silva de Morais" userId="f406c2cd-edfc-4057-be10-75858098c663" providerId="ADAL" clId="{DD587564-A78D-4561-8E64-C12CF1DF9BAA}" dt="2026-04-08T09:40:09.552" v="80"/>
        <pc:sldMkLst>
          <pc:docMk/>
          <pc:sldMk cId="3588505710" sldId="295"/>
        </pc:sldMkLst>
        <pc:spChg chg="add mod">
          <ac:chgData name="Josué Silva de Morais" userId="f406c2cd-edfc-4057-be10-75858098c663" providerId="ADAL" clId="{DD587564-A78D-4561-8E64-C12CF1DF9BAA}" dt="2026-04-08T09:40:09.501" v="6"/>
          <ac:spMkLst>
            <pc:docMk/>
            <pc:sldMk cId="3588505710" sldId="295"/>
            <ac:spMk id="2" creationId="{08B49FC2-46D0-41EB-91EA-695023C0E7ED}"/>
          </ac:spMkLst>
        </pc:spChg>
        <pc:spChg chg="add mod">
          <ac:chgData name="Josué Silva de Morais" userId="f406c2cd-edfc-4057-be10-75858098c663" providerId="ADAL" clId="{DD587564-A78D-4561-8E64-C12CF1DF9BAA}" dt="2026-04-08T09:40:09.509" v="11"/>
          <ac:spMkLst>
            <pc:docMk/>
            <pc:sldMk cId="3588505710" sldId="295"/>
            <ac:spMk id="3" creationId="{42389C3A-4645-4C4E-B00B-D1ED7163C157}"/>
          </ac:spMkLst>
        </pc:spChg>
        <pc:spChg chg="add mod">
          <ac:chgData name="Josué Silva de Morais" userId="f406c2cd-edfc-4057-be10-75858098c663" providerId="ADAL" clId="{DD587564-A78D-4561-8E64-C12CF1DF9BAA}" dt="2026-04-08T09:40:09.515" v="15"/>
          <ac:spMkLst>
            <pc:docMk/>
            <pc:sldMk cId="3588505710" sldId="295"/>
            <ac:spMk id="4" creationId="{A17831A9-04F3-4574-BC3D-DADDF4A3C53A}"/>
          </ac:spMkLst>
        </pc:spChg>
        <pc:spChg chg="add mod">
          <ac:chgData name="Josué Silva de Morais" userId="f406c2cd-edfc-4057-be10-75858098c663" providerId="ADAL" clId="{DD587564-A78D-4561-8E64-C12CF1DF9BAA}" dt="2026-04-08T09:40:09.517" v="19"/>
          <ac:spMkLst>
            <pc:docMk/>
            <pc:sldMk cId="3588505710" sldId="295"/>
            <ac:spMk id="5" creationId="{6D36F5DB-A511-44F7-9006-5FC8E6FCDA09}"/>
          </ac:spMkLst>
        </pc:spChg>
        <pc:spChg chg="add mod">
          <ac:chgData name="Josué Silva de Morais" userId="f406c2cd-edfc-4057-be10-75858098c663" providerId="ADAL" clId="{DD587564-A78D-4561-8E64-C12CF1DF9BAA}" dt="2026-04-08T09:40:09.518" v="23"/>
          <ac:spMkLst>
            <pc:docMk/>
            <pc:sldMk cId="3588505710" sldId="295"/>
            <ac:spMk id="6" creationId="{CC50E221-FA78-4DC2-BE9B-F7E0E23A01CE}"/>
          </ac:spMkLst>
        </pc:spChg>
        <pc:spChg chg="add mod">
          <ac:chgData name="Josué Silva de Morais" userId="f406c2cd-edfc-4057-be10-75858098c663" providerId="ADAL" clId="{DD587564-A78D-4561-8E64-C12CF1DF9BAA}" dt="2026-04-08T09:40:09.520" v="27"/>
          <ac:spMkLst>
            <pc:docMk/>
            <pc:sldMk cId="3588505710" sldId="295"/>
            <ac:spMk id="7" creationId="{46128AF2-39F4-4EA7-94F6-8616FA2B119B}"/>
          </ac:spMkLst>
        </pc:spChg>
        <pc:spChg chg="add mod">
          <ac:chgData name="Josué Silva de Morais" userId="f406c2cd-edfc-4057-be10-75858098c663" providerId="ADAL" clId="{DD587564-A78D-4561-8E64-C12CF1DF9BAA}" dt="2026-04-08T09:40:09.523" v="31"/>
          <ac:spMkLst>
            <pc:docMk/>
            <pc:sldMk cId="3588505710" sldId="295"/>
            <ac:spMk id="8" creationId="{B3FC0317-87BE-466F-A3A9-252DD0940A62}"/>
          </ac:spMkLst>
        </pc:spChg>
        <pc:spChg chg="add mod">
          <ac:chgData name="Josué Silva de Morais" userId="f406c2cd-edfc-4057-be10-75858098c663" providerId="ADAL" clId="{DD587564-A78D-4561-8E64-C12CF1DF9BAA}" dt="2026-04-08T09:40:09.525" v="35"/>
          <ac:spMkLst>
            <pc:docMk/>
            <pc:sldMk cId="3588505710" sldId="295"/>
            <ac:spMk id="9" creationId="{D194F819-58A6-4759-959B-D4CE1050C81E}"/>
          </ac:spMkLst>
        </pc:spChg>
        <pc:spChg chg="add mod">
          <ac:chgData name="Josué Silva de Morais" userId="f406c2cd-edfc-4057-be10-75858098c663" providerId="ADAL" clId="{DD587564-A78D-4561-8E64-C12CF1DF9BAA}" dt="2026-04-08T09:40:09.527" v="39"/>
          <ac:spMkLst>
            <pc:docMk/>
            <pc:sldMk cId="3588505710" sldId="295"/>
            <ac:spMk id="10" creationId="{B834C809-760D-4CFA-BFA0-75F351D9606D}"/>
          </ac:spMkLst>
        </pc:spChg>
        <pc:spChg chg="add mod">
          <ac:chgData name="Josué Silva de Morais" userId="f406c2cd-edfc-4057-be10-75858098c663" providerId="ADAL" clId="{DD587564-A78D-4561-8E64-C12CF1DF9BAA}" dt="2026-04-08T09:40:09.529" v="43"/>
          <ac:spMkLst>
            <pc:docMk/>
            <pc:sldMk cId="3588505710" sldId="295"/>
            <ac:spMk id="11" creationId="{DDF28894-3AB4-480F-969C-377B6BA8E2A7}"/>
          </ac:spMkLst>
        </pc:spChg>
        <pc:spChg chg="add mod">
          <ac:chgData name="Josué Silva de Morais" userId="f406c2cd-edfc-4057-be10-75858098c663" providerId="ADAL" clId="{DD587564-A78D-4561-8E64-C12CF1DF9BAA}" dt="2026-04-08T09:40:09.531" v="47"/>
          <ac:spMkLst>
            <pc:docMk/>
            <pc:sldMk cId="3588505710" sldId="295"/>
            <ac:spMk id="12" creationId="{9208CCE1-1641-4C68-BA16-581184A793DB}"/>
          </ac:spMkLst>
        </pc:spChg>
        <pc:spChg chg="add mod">
          <ac:chgData name="Josué Silva de Morais" userId="f406c2cd-edfc-4057-be10-75858098c663" providerId="ADAL" clId="{DD587564-A78D-4561-8E64-C12CF1DF9BAA}" dt="2026-04-08T09:40:09.533" v="51"/>
          <ac:spMkLst>
            <pc:docMk/>
            <pc:sldMk cId="3588505710" sldId="295"/>
            <ac:spMk id="13" creationId="{5804A8E9-87BB-49FC-9398-5177C1E59052}"/>
          </ac:spMkLst>
        </pc:spChg>
        <pc:spChg chg="add mod">
          <ac:chgData name="Josué Silva de Morais" userId="f406c2cd-edfc-4057-be10-75858098c663" providerId="ADAL" clId="{DD587564-A78D-4561-8E64-C12CF1DF9BAA}" dt="2026-04-08T09:40:09.534" v="55"/>
          <ac:spMkLst>
            <pc:docMk/>
            <pc:sldMk cId="3588505710" sldId="295"/>
            <ac:spMk id="14" creationId="{32D9D0B2-5290-4168-882D-75CD0CE73A91}"/>
          </ac:spMkLst>
        </pc:spChg>
        <pc:spChg chg="add mod">
          <ac:chgData name="Josué Silva de Morais" userId="f406c2cd-edfc-4057-be10-75858098c663" providerId="ADAL" clId="{DD587564-A78D-4561-8E64-C12CF1DF9BAA}" dt="2026-04-08T09:40:09.536" v="59"/>
          <ac:spMkLst>
            <pc:docMk/>
            <pc:sldMk cId="3588505710" sldId="295"/>
            <ac:spMk id="15" creationId="{1445C5D2-EDBE-49E5-A056-4213255BE866}"/>
          </ac:spMkLst>
        </pc:spChg>
        <pc:spChg chg="add mod">
          <ac:chgData name="Josué Silva de Morais" userId="f406c2cd-edfc-4057-be10-75858098c663" providerId="ADAL" clId="{DD587564-A78D-4561-8E64-C12CF1DF9BAA}" dt="2026-04-08T09:40:09.538" v="63"/>
          <ac:spMkLst>
            <pc:docMk/>
            <pc:sldMk cId="3588505710" sldId="295"/>
            <ac:spMk id="16" creationId="{342B8C86-0543-4CE2-B740-C5FB86417608}"/>
          </ac:spMkLst>
        </pc:spChg>
        <pc:spChg chg="add mod">
          <ac:chgData name="Josué Silva de Morais" userId="f406c2cd-edfc-4057-be10-75858098c663" providerId="ADAL" clId="{DD587564-A78D-4561-8E64-C12CF1DF9BAA}" dt="2026-04-08T09:40:09.540" v="67"/>
          <ac:spMkLst>
            <pc:docMk/>
            <pc:sldMk cId="3588505710" sldId="295"/>
            <ac:spMk id="17" creationId="{7E2E534B-3B74-47AA-A336-8E7CB00AC89E}"/>
          </ac:spMkLst>
        </pc:spChg>
        <pc:spChg chg="add mod">
          <ac:chgData name="Josué Silva de Morais" userId="f406c2cd-edfc-4057-be10-75858098c663" providerId="ADAL" clId="{DD587564-A78D-4561-8E64-C12CF1DF9BAA}" dt="2026-04-08T09:40:09.545" v="74"/>
          <ac:spMkLst>
            <pc:docMk/>
            <pc:sldMk cId="3588505710" sldId="295"/>
            <ac:spMk id="18" creationId="{0D6F3625-1E41-4D59-9FB3-AC3D7FDB7E9F}"/>
          </ac:spMkLst>
        </pc:spChg>
        <pc:spChg chg="add mod">
          <ac:chgData name="Josué Silva de Morais" userId="f406c2cd-edfc-4057-be10-75858098c663" providerId="ADAL" clId="{DD587564-A78D-4561-8E64-C12CF1DF9BAA}" dt="2026-04-08T09:40:09.548" v="79"/>
          <ac:spMkLst>
            <pc:docMk/>
            <pc:sldMk cId="3588505710" sldId="295"/>
            <ac:spMk id="19" creationId="{ECFA613C-4E74-4CB9-AE12-E3A267D1CBA3}"/>
          </ac:spMkLst>
        </pc:spChg>
      </pc:sldChg>
      <pc:sldChg chg="addSp modSp new del mod ord">
        <pc:chgData name="Josué Silva de Morais" userId="f406c2cd-edfc-4057-be10-75858098c663" providerId="ADAL" clId="{DD587564-A78D-4561-8E64-C12CF1DF9BAA}" dt="2026-04-08T09:40:45.174" v="149"/>
        <pc:sldMkLst>
          <pc:docMk/>
          <pc:sldMk cId="1714478742" sldId="296"/>
        </pc:sldMkLst>
        <pc:spChg chg="add mod">
          <ac:chgData name="Josué Silva de Morais" userId="f406c2cd-edfc-4057-be10-75858098c663" providerId="ADAL" clId="{DD587564-A78D-4561-8E64-C12CF1DF9BAA}" dt="2026-04-08T09:40:30.061" v="85"/>
          <ac:spMkLst>
            <pc:docMk/>
            <pc:sldMk cId="1714478742" sldId="296"/>
            <ac:spMk id="2" creationId="{CDB22206-8C8B-4B6A-9E84-7386D6C2E421}"/>
          </ac:spMkLst>
        </pc:spChg>
        <pc:spChg chg="add mod">
          <ac:chgData name="Josué Silva de Morais" userId="f406c2cd-edfc-4057-be10-75858098c663" providerId="ADAL" clId="{DD587564-A78D-4561-8E64-C12CF1DF9BAA}" dt="2026-04-08T09:40:30.064" v="88"/>
          <ac:spMkLst>
            <pc:docMk/>
            <pc:sldMk cId="1714478742" sldId="296"/>
            <ac:spMk id="3" creationId="{06505525-F6AF-487F-AEC8-6A10ECE34A15}"/>
          </ac:spMkLst>
        </pc:spChg>
        <pc:spChg chg="add mod">
          <ac:chgData name="Josué Silva de Morais" userId="f406c2cd-edfc-4057-be10-75858098c663" providerId="ADAL" clId="{DD587564-A78D-4561-8E64-C12CF1DF9BAA}" dt="2026-04-08T09:40:30.066" v="91"/>
          <ac:spMkLst>
            <pc:docMk/>
            <pc:sldMk cId="1714478742" sldId="296"/>
            <ac:spMk id="4" creationId="{80F70FA2-569D-44FC-89BB-C7151319CF7C}"/>
          </ac:spMkLst>
        </pc:spChg>
        <pc:spChg chg="add mod">
          <ac:chgData name="Josué Silva de Morais" userId="f406c2cd-edfc-4057-be10-75858098c663" providerId="ADAL" clId="{DD587564-A78D-4561-8E64-C12CF1DF9BAA}" dt="2026-04-08T09:40:30.068" v="94"/>
          <ac:spMkLst>
            <pc:docMk/>
            <pc:sldMk cId="1714478742" sldId="296"/>
            <ac:spMk id="5" creationId="{B6B7EFE6-7366-4B5E-AF7A-0074AE9ACBD0}"/>
          </ac:spMkLst>
        </pc:spChg>
        <pc:spChg chg="add mod">
          <ac:chgData name="Josué Silva de Morais" userId="f406c2cd-edfc-4057-be10-75858098c663" providerId="ADAL" clId="{DD587564-A78D-4561-8E64-C12CF1DF9BAA}" dt="2026-04-08T09:40:30.070" v="98"/>
          <ac:spMkLst>
            <pc:docMk/>
            <pc:sldMk cId="1714478742" sldId="296"/>
            <ac:spMk id="6" creationId="{7DBCB947-38B0-449A-BFA0-0E26E9164ECB}"/>
          </ac:spMkLst>
        </pc:spChg>
        <pc:spChg chg="add mod">
          <ac:chgData name="Josué Silva de Morais" userId="f406c2cd-edfc-4057-be10-75858098c663" providerId="ADAL" clId="{DD587564-A78D-4561-8E64-C12CF1DF9BAA}" dt="2026-04-08T09:40:30.073" v="102"/>
          <ac:spMkLst>
            <pc:docMk/>
            <pc:sldMk cId="1714478742" sldId="296"/>
            <ac:spMk id="7" creationId="{6A80E8B7-09B8-4B09-B9A0-6368BE7C024A}"/>
          </ac:spMkLst>
        </pc:spChg>
        <pc:spChg chg="add mod">
          <ac:chgData name="Josué Silva de Morais" userId="f406c2cd-edfc-4057-be10-75858098c663" providerId="ADAL" clId="{DD587564-A78D-4561-8E64-C12CF1DF9BAA}" dt="2026-04-08T09:40:30.082" v="113"/>
          <ac:spMkLst>
            <pc:docMk/>
            <pc:sldMk cId="1714478742" sldId="296"/>
            <ac:spMk id="8" creationId="{9688A8EE-36AD-40EF-922C-4DA8A7506BB7}"/>
          </ac:spMkLst>
        </pc:spChg>
        <pc:spChg chg="add mod">
          <ac:chgData name="Josué Silva de Morais" userId="f406c2cd-edfc-4057-be10-75858098c663" providerId="ADAL" clId="{DD587564-A78D-4561-8E64-C12CF1DF9BAA}" dt="2026-04-08T09:40:30.088" v="124"/>
          <ac:spMkLst>
            <pc:docMk/>
            <pc:sldMk cId="1714478742" sldId="296"/>
            <ac:spMk id="9" creationId="{6A307A3D-2978-4A82-9F06-E3969E91FF44}"/>
          </ac:spMkLst>
        </pc:spChg>
        <pc:spChg chg="add mod">
          <ac:chgData name="Josué Silva de Morais" userId="f406c2cd-edfc-4057-be10-75858098c663" providerId="ADAL" clId="{DD587564-A78D-4561-8E64-C12CF1DF9BAA}" dt="2026-04-08T09:40:30.096" v="135"/>
          <ac:spMkLst>
            <pc:docMk/>
            <pc:sldMk cId="1714478742" sldId="296"/>
            <ac:spMk id="10" creationId="{1A1DB9D9-1F78-4205-88AC-DF3C4240E366}"/>
          </ac:spMkLst>
        </pc:spChg>
        <pc:spChg chg="add mod">
          <ac:chgData name="Josué Silva de Morais" userId="f406c2cd-edfc-4057-be10-75858098c663" providerId="ADAL" clId="{DD587564-A78D-4561-8E64-C12CF1DF9BAA}" dt="2026-04-08T09:40:30.104" v="146"/>
          <ac:spMkLst>
            <pc:docMk/>
            <pc:sldMk cId="1714478742" sldId="296"/>
            <ac:spMk id="11" creationId="{7B692209-2388-4C32-8A03-3357BBD9EB0A}"/>
          </ac:spMkLst>
        </pc:spChg>
      </pc:sldChg>
      <pc:sldChg chg="modSp add del mod">
        <pc:chgData name="Josué Silva de Morais" userId="f406c2cd-edfc-4057-be10-75858098c663" providerId="ADAL" clId="{DD587564-A78D-4561-8E64-C12CF1DF9BAA}" dt="2026-04-08T09:40:47.792" v="153"/>
        <pc:sldMkLst>
          <pc:docMk/>
          <pc:sldMk cId="2215284893" sldId="297"/>
        </pc:sldMkLst>
        <pc:spChg chg="mod">
          <ac:chgData name="Josué Silva de Morais" userId="f406c2cd-edfc-4057-be10-75858098c663" providerId="ADAL" clId="{DD587564-A78D-4561-8E64-C12CF1DF9BAA}" dt="2026-04-08T09:40:45.197" v="151"/>
          <ac:spMkLst>
            <pc:docMk/>
            <pc:sldMk cId="2215284893" sldId="297"/>
            <ac:spMk id="3" creationId="{06505525-F6AF-487F-AEC8-6A10ECE34A15}"/>
          </ac:spMkLst>
        </pc:spChg>
      </pc:sldChg>
      <pc:sldChg chg="modSp add del mod">
        <pc:chgData name="Josué Silva de Morais" userId="f406c2cd-edfc-4057-be10-75858098c663" providerId="ADAL" clId="{DD587564-A78D-4561-8E64-C12CF1DF9BAA}" dt="2026-04-08T09:40:50.609" v="157"/>
        <pc:sldMkLst>
          <pc:docMk/>
          <pc:sldMk cId="3964068426" sldId="298"/>
        </pc:sldMkLst>
        <pc:spChg chg="mod">
          <ac:chgData name="Josué Silva de Morais" userId="f406c2cd-edfc-4057-be10-75858098c663" providerId="ADAL" clId="{DD587564-A78D-4561-8E64-C12CF1DF9BAA}" dt="2026-04-08T09:40:47.806" v="155"/>
          <ac:spMkLst>
            <pc:docMk/>
            <pc:sldMk cId="3964068426" sldId="298"/>
            <ac:spMk id="4" creationId="{80F70FA2-569D-44FC-89BB-C7151319CF7C}"/>
          </ac:spMkLst>
        </pc:spChg>
      </pc:sldChg>
      <pc:sldChg chg="modSp add del mod">
        <pc:chgData name="Josué Silva de Morais" userId="f406c2cd-edfc-4057-be10-75858098c663" providerId="ADAL" clId="{DD587564-A78D-4561-8E64-C12CF1DF9BAA}" dt="2026-04-08T09:41:21.655" v="161"/>
        <pc:sldMkLst>
          <pc:docMk/>
          <pc:sldMk cId="3423370915" sldId="299"/>
        </pc:sldMkLst>
        <pc:spChg chg="mod">
          <ac:chgData name="Josué Silva de Morais" userId="f406c2cd-edfc-4057-be10-75858098c663" providerId="ADAL" clId="{DD587564-A78D-4561-8E64-C12CF1DF9BAA}" dt="2026-04-08T09:40:50.623" v="159"/>
          <ac:spMkLst>
            <pc:docMk/>
            <pc:sldMk cId="3423370915" sldId="299"/>
            <ac:spMk id="5" creationId="{B6B7EFE6-7366-4B5E-AF7A-0074AE9ACBD0}"/>
          </ac:spMkLst>
        </pc:spChg>
      </pc:sldChg>
      <pc:sldChg chg="add">
        <pc:chgData name="Josué Silva de Morais" userId="f406c2cd-edfc-4057-be10-75858098c663" providerId="ADAL" clId="{DD587564-A78D-4561-8E64-C12CF1DF9BAA}" dt="2026-04-08T09:41:21.651" v="160"/>
        <pc:sldMkLst>
          <pc:docMk/>
          <pc:sldMk cId="1044170274" sldId="300"/>
        </pc:sldMkLst>
      </pc:sldChg>
      <pc:sldChg chg="addSp modSp new del mod ord">
        <pc:chgData name="Josué Silva de Morais" userId="f406c2cd-edfc-4057-be10-75858098c663" providerId="ADAL" clId="{DD587564-A78D-4561-8E64-C12CF1DF9BAA}" dt="2026-04-08T09:42:26.521" v="230"/>
        <pc:sldMkLst>
          <pc:docMk/>
          <pc:sldMk cId="2538683692" sldId="301"/>
        </pc:sldMkLst>
        <pc:spChg chg="add mod">
          <ac:chgData name="Josué Silva de Morais" userId="f406c2cd-edfc-4057-be10-75858098c663" providerId="ADAL" clId="{DD587564-A78D-4561-8E64-C12CF1DF9BAA}" dt="2026-04-08T09:41:53.158" v="165"/>
          <ac:spMkLst>
            <pc:docMk/>
            <pc:sldMk cId="2538683692" sldId="301"/>
            <ac:spMk id="2" creationId="{B6276E5A-B115-4EE3-BE0D-F57790380423}"/>
          </ac:spMkLst>
        </pc:spChg>
        <pc:spChg chg="add mod">
          <ac:chgData name="Josué Silva de Morais" userId="f406c2cd-edfc-4057-be10-75858098c663" providerId="ADAL" clId="{DD587564-A78D-4561-8E64-C12CF1DF9BAA}" dt="2026-04-08T09:41:53.161" v="168"/>
          <ac:spMkLst>
            <pc:docMk/>
            <pc:sldMk cId="2538683692" sldId="301"/>
            <ac:spMk id="3" creationId="{847F1A15-46AC-4ABC-A696-8A6735D2FCCA}"/>
          </ac:spMkLst>
        </pc:spChg>
        <pc:spChg chg="add mod">
          <ac:chgData name="Josué Silva de Morais" userId="f406c2cd-edfc-4057-be10-75858098c663" providerId="ADAL" clId="{DD587564-A78D-4561-8E64-C12CF1DF9BAA}" dt="2026-04-08T09:41:53.163" v="173"/>
          <ac:spMkLst>
            <pc:docMk/>
            <pc:sldMk cId="2538683692" sldId="301"/>
            <ac:spMk id="4" creationId="{C1B12DCB-3EC1-46A5-8CBE-C67AD769174A}"/>
          </ac:spMkLst>
        </pc:spChg>
        <pc:spChg chg="add mod">
          <ac:chgData name="Josué Silva de Morais" userId="f406c2cd-edfc-4057-be10-75858098c663" providerId="ADAL" clId="{DD587564-A78D-4561-8E64-C12CF1DF9BAA}" dt="2026-04-08T09:41:53.166" v="177"/>
          <ac:spMkLst>
            <pc:docMk/>
            <pc:sldMk cId="2538683692" sldId="301"/>
            <ac:spMk id="5" creationId="{4682B4D7-537B-4738-9C42-508643C43071}"/>
          </ac:spMkLst>
        </pc:spChg>
        <pc:spChg chg="add mod">
          <ac:chgData name="Josué Silva de Morais" userId="f406c2cd-edfc-4057-be10-75858098c663" providerId="ADAL" clId="{DD587564-A78D-4561-8E64-C12CF1DF9BAA}" dt="2026-04-08T09:41:53.168" v="180"/>
          <ac:spMkLst>
            <pc:docMk/>
            <pc:sldMk cId="2538683692" sldId="301"/>
            <ac:spMk id="6" creationId="{22EB3EA4-B3F8-4F6C-95D1-DAD1549048E9}"/>
          </ac:spMkLst>
        </pc:spChg>
        <pc:spChg chg="add mod">
          <ac:chgData name="Josué Silva de Morais" userId="f406c2cd-edfc-4057-be10-75858098c663" providerId="ADAL" clId="{DD587564-A78D-4561-8E64-C12CF1DF9BAA}" dt="2026-04-08T09:41:53.170" v="183"/>
          <ac:spMkLst>
            <pc:docMk/>
            <pc:sldMk cId="2538683692" sldId="301"/>
            <ac:spMk id="7" creationId="{3098A664-C41E-4A88-A587-EE2F1412FFC3}"/>
          </ac:spMkLst>
        </pc:spChg>
        <pc:spChg chg="add mod">
          <ac:chgData name="Josué Silva de Morais" userId="f406c2cd-edfc-4057-be10-75858098c663" providerId="ADAL" clId="{DD587564-A78D-4561-8E64-C12CF1DF9BAA}" dt="2026-04-08T09:41:53.174" v="188"/>
          <ac:spMkLst>
            <pc:docMk/>
            <pc:sldMk cId="2538683692" sldId="301"/>
            <ac:spMk id="8" creationId="{A328C82F-FC38-44F2-8603-7CAE9E3BA3FD}"/>
          </ac:spMkLst>
        </pc:spChg>
        <pc:spChg chg="add mod">
          <ac:chgData name="Josué Silva de Morais" userId="f406c2cd-edfc-4057-be10-75858098c663" providerId="ADAL" clId="{DD587564-A78D-4561-8E64-C12CF1DF9BAA}" dt="2026-04-08T09:41:53.176" v="192"/>
          <ac:spMkLst>
            <pc:docMk/>
            <pc:sldMk cId="2538683692" sldId="301"/>
            <ac:spMk id="9" creationId="{9A3ABE1E-2CC5-450E-B494-6156374C0BFE}"/>
          </ac:spMkLst>
        </pc:spChg>
        <pc:spChg chg="add mod">
          <ac:chgData name="Josué Silva de Morais" userId="f406c2cd-edfc-4057-be10-75858098c663" providerId="ADAL" clId="{DD587564-A78D-4561-8E64-C12CF1DF9BAA}" dt="2026-04-08T09:41:53.178" v="195"/>
          <ac:spMkLst>
            <pc:docMk/>
            <pc:sldMk cId="2538683692" sldId="301"/>
            <ac:spMk id="10" creationId="{9B745CED-19F6-48AB-912B-13CF0D1D4AF4}"/>
          </ac:spMkLst>
        </pc:spChg>
        <pc:spChg chg="add mod">
          <ac:chgData name="Josué Silva de Morais" userId="f406c2cd-edfc-4057-be10-75858098c663" providerId="ADAL" clId="{DD587564-A78D-4561-8E64-C12CF1DF9BAA}" dt="2026-04-08T09:41:53.181" v="198"/>
          <ac:spMkLst>
            <pc:docMk/>
            <pc:sldMk cId="2538683692" sldId="301"/>
            <ac:spMk id="11" creationId="{0D6C477B-7D4A-4BE1-8628-A1AC05ECABB6}"/>
          </ac:spMkLst>
        </pc:spChg>
        <pc:spChg chg="add mod">
          <ac:chgData name="Josué Silva de Morais" userId="f406c2cd-edfc-4057-be10-75858098c663" providerId="ADAL" clId="{DD587564-A78D-4561-8E64-C12CF1DF9BAA}" dt="2026-04-08T09:41:53.184" v="203"/>
          <ac:spMkLst>
            <pc:docMk/>
            <pc:sldMk cId="2538683692" sldId="301"/>
            <ac:spMk id="12" creationId="{C7A1EE62-3B0D-492E-8FD1-E9B657B59BE6}"/>
          </ac:spMkLst>
        </pc:spChg>
        <pc:spChg chg="add mod">
          <ac:chgData name="Josué Silva de Morais" userId="f406c2cd-edfc-4057-be10-75858098c663" providerId="ADAL" clId="{DD587564-A78D-4561-8E64-C12CF1DF9BAA}" dt="2026-04-08T09:41:53.187" v="207"/>
          <ac:spMkLst>
            <pc:docMk/>
            <pc:sldMk cId="2538683692" sldId="301"/>
            <ac:spMk id="13" creationId="{F5BFB34E-E39E-4E9D-AA09-E4BA23D15D37}"/>
          </ac:spMkLst>
        </pc:spChg>
        <pc:spChg chg="add mod">
          <ac:chgData name="Josué Silva de Morais" userId="f406c2cd-edfc-4057-be10-75858098c663" providerId="ADAL" clId="{DD587564-A78D-4561-8E64-C12CF1DF9BAA}" dt="2026-04-08T09:41:53.189" v="210"/>
          <ac:spMkLst>
            <pc:docMk/>
            <pc:sldMk cId="2538683692" sldId="301"/>
            <ac:spMk id="14" creationId="{DDB09FBD-2930-4550-B8CB-10D78B885399}"/>
          </ac:spMkLst>
        </pc:spChg>
        <pc:spChg chg="add mod">
          <ac:chgData name="Josué Silva de Morais" userId="f406c2cd-edfc-4057-be10-75858098c663" providerId="ADAL" clId="{DD587564-A78D-4561-8E64-C12CF1DF9BAA}" dt="2026-04-08T09:41:53.191" v="213"/>
          <ac:spMkLst>
            <pc:docMk/>
            <pc:sldMk cId="2538683692" sldId="301"/>
            <ac:spMk id="15" creationId="{FE5754E3-4DAB-4111-B677-B69C378CACBA}"/>
          </ac:spMkLst>
        </pc:spChg>
        <pc:spChg chg="add mod">
          <ac:chgData name="Josué Silva de Morais" userId="f406c2cd-edfc-4057-be10-75858098c663" providerId="ADAL" clId="{DD587564-A78D-4561-8E64-C12CF1DF9BAA}" dt="2026-04-08T09:41:53.194" v="217"/>
          <ac:spMkLst>
            <pc:docMk/>
            <pc:sldMk cId="2538683692" sldId="301"/>
            <ac:spMk id="16" creationId="{6827E276-983F-4CB2-9408-318C5ACC7044}"/>
          </ac:spMkLst>
        </pc:spChg>
        <pc:spChg chg="add mod">
          <ac:chgData name="Josué Silva de Morais" userId="f406c2cd-edfc-4057-be10-75858098c663" providerId="ADAL" clId="{DD587564-A78D-4561-8E64-C12CF1DF9BAA}" dt="2026-04-08T09:41:53.197" v="220"/>
          <ac:spMkLst>
            <pc:docMk/>
            <pc:sldMk cId="2538683692" sldId="301"/>
            <ac:spMk id="17" creationId="{3C945A22-179F-4D03-B706-67AA3BC13302}"/>
          </ac:spMkLst>
        </pc:spChg>
        <pc:spChg chg="add mod">
          <ac:chgData name="Josué Silva de Morais" userId="f406c2cd-edfc-4057-be10-75858098c663" providerId="ADAL" clId="{DD587564-A78D-4561-8E64-C12CF1DF9BAA}" dt="2026-04-08T09:41:53.200" v="224"/>
          <ac:spMkLst>
            <pc:docMk/>
            <pc:sldMk cId="2538683692" sldId="301"/>
            <ac:spMk id="18" creationId="{CD45129A-87A7-4A53-81B8-6D2BC1734AD5}"/>
          </ac:spMkLst>
        </pc:spChg>
        <pc:spChg chg="add mod">
          <ac:chgData name="Josué Silva de Morais" userId="f406c2cd-edfc-4057-be10-75858098c663" providerId="ADAL" clId="{DD587564-A78D-4561-8E64-C12CF1DF9BAA}" dt="2026-04-08T09:41:53.202" v="227"/>
          <ac:spMkLst>
            <pc:docMk/>
            <pc:sldMk cId="2538683692" sldId="301"/>
            <ac:spMk id="19" creationId="{8D84F24A-CF3A-4841-BB32-0A80B9FD2EFC}"/>
          </ac:spMkLst>
        </pc:spChg>
      </pc:sldChg>
      <pc:sldChg chg="add">
        <pc:chgData name="Josué Silva de Morais" userId="f406c2cd-edfc-4057-be10-75858098c663" providerId="ADAL" clId="{DD587564-A78D-4561-8E64-C12CF1DF9BAA}" dt="2026-04-08T09:42:26.517" v="229"/>
        <pc:sldMkLst>
          <pc:docMk/>
          <pc:sldMk cId="637113689" sldId="302"/>
        </pc:sldMkLst>
      </pc:sldChg>
      <pc:sldChg chg="addSp modSp new del mod ord">
        <pc:chgData name="Josué Silva de Morais" userId="f406c2cd-edfc-4057-be10-75858098c663" providerId="ADAL" clId="{DD587564-A78D-4561-8E64-C12CF1DF9BAA}" dt="2026-04-08T09:43:22.897" v="291"/>
        <pc:sldMkLst>
          <pc:docMk/>
          <pc:sldMk cId="1699299722" sldId="303"/>
        </pc:sldMkLst>
        <pc:spChg chg="add mod">
          <ac:chgData name="Josué Silva de Morais" userId="f406c2cd-edfc-4057-be10-75858098c663" providerId="ADAL" clId="{DD587564-A78D-4561-8E64-C12CF1DF9BAA}" dt="2026-04-08T09:42:48.813" v="234"/>
          <ac:spMkLst>
            <pc:docMk/>
            <pc:sldMk cId="1699299722" sldId="303"/>
            <ac:spMk id="2" creationId="{B9EE9851-5931-4385-BB54-488DE16F1B3F}"/>
          </ac:spMkLst>
        </pc:spChg>
        <pc:spChg chg="add mod">
          <ac:chgData name="Josué Silva de Morais" userId="f406c2cd-edfc-4057-be10-75858098c663" providerId="ADAL" clId="{DD587564-A78D-4561-8E64-C12CF1DF9BAA}" dt="2026-04-08T09:42:48.815" v="237"/>
          <ac:spMkLst>
            <pc:docMk/>
            <pc:sldMk cId="1699299722" sldId="303"/>
            <ac:spMk id="3" creationId="{FCF2269E-3519-48B8-8FEB-F7B7B65181E1}"/>
          </ac:spMkLst>
        </pc:spChg>
        <pc:spChg chg="add mod">
          <ac:chgData name="Josué Silva de Morais" userId="f406c2cd-edfc-4057-be10-75858098c663" providerId="ADAL" clId="{DD587564-A78D-4561-8E64-C12CF1DF9BAA}" dt="2026-04-08T09:42:48.818" v="242"/>
          <ac:spMkLst>
            <pc:docMk/>
            <pc:sldMk cId="1699299722" sldId="303"/>
            <ac:spMk id="4" creationId="{BAC68FB5-9DDF-41D8-824F-69C7B4D3141A}"/>
          </ac:spMkLst>
        </pc:spChg>
        <pc:spChg chg="add mod">
          <ac:chgData name="Josué Silva de Morais" userId="f406c2cd-edfc-4057-be10-75858098c663" providerId="ADAL" clId="{DD587564-A78D-4561-8E64-C12CF1DF9BAA}" dt="2026-04-08T09:42:48.821" v="245"/>
          <ac:spMkLst>
            <pc:docMk/>
            <pc:sldMk cId="1699299722" sldId="303"/>
            <ac:spMk id="5" creationId="{F69343B1-AFBF-47E4-8FA4-4C88426C69B8}"/>
          </ac:spMkLst>
        </pc:spChg>
        <pc:spChg chg="add mod">
          <ac:chgData name="Josué Silva de Morais" userId="f406c2cd-edfc-4057-be10-75858098c663" providerId="ADAL" clId="{DD587564-A78D-4561-8E64-C12CF1DF9BAA}" dt="2026-04-08T09:42:48.823" v="248"/>
          <ac:spMkLst>
            <pc:docMk/>
            <pc:sldMk cId="1699299722" sldId="303"/>
            <ac:spMk id="6" creationId="{8B1BB888-161A-4EF0-9949-84A1DC2BCDD1}"/>
          </ac:spMkLst>
        </pc:spChg>
        <pc:spChg chg="add mod">
          <ac:chgData name="Josué Silva de Morais" userId="f406c2cd-edfc-4057-be10-75858098c663" providerId="ADAL" clId="{DD587564-A78D-4561-8E64-C12CF1DF9BAA}" dt="2026-04-08T09:42:48.825" v="253"/>
          <ac:spMkLst>
            <pc:docMk/>
            <pc:sldMk cId="1699299722" sldId="303"/>
            <ac:spMk id="7" creationId="{601AD491-C2FA-4382-B4D3-7ECBCD734BBD}"/>
          </ac:spMkLst>
        </pc:spChg>
        <pc:spChg chg="add mod">
          <ac:chgData name="Josué Silva de Morais" userId="f406c2cd-edfc-4057-be10-75858098c663" providerId="ADAL" clId="{DD587564-A78D-4561-8E64-C12CF1DF9BAA}" dt="2026-04-08T09:42:48.828" v="256"/>
          <ac:spMkLst>
            <pc:docMk/>
            <pc:sldMk cId="1699299722" sldId="303"/>
            <ac:spMk id="8" creationId="{702F83C5-9B9D-4853-AA54-AE9A0844D562}"/>
          </ac:spMkLst>
        </pc:spChg>
        <pc:spChg chg="add mod">
          <ac:chgData name="Josué Silva de Morais" userId="f406c2cd-edfc-4057-be10-75858098c663" providerId="ADAL" clId="{DD587564-A78D-4561-8E64-C12CF1DF9BAA}" dt="2026-04-08T09:42:48.832" v="259"/>
          <ac:spMkLst>
            <pc:docMk/>
            <pc:sldMk cId="1699299722" sldId="303"/>
            <ac:spMk id="9" creationId="{F8A612A3-9C01-47A4-B1E9-5C9684068BA7}"/>
          </ac:spMkLst>
        </pc:spChg>
        <pc:spChg chg="add mod">
          <ac:chgData name="Josué Silva de Morais" userId="f406c2cd-edfc-4057-be10-75858098c663" providerId="ADAL" clId="{DD587564-A78D-4561-8E64-C12CF1DF9BAA}" dt="2026-04-08T09:42:48.835" v="264"/>
          <ac:spMkLst>
            <pc:docMk/>
            <pc:sldMk cId="1699299722" sldId="303"/>
            <ac:spMk id="10" creationId="{3F4AFB7D-3777-4B02-B376-DFFE452F4881}"/>
          </ac:spMkLst>
        </pc:spChg>
        <pc:spChg chg="add mod">
          <ac:chgData name="Josué Silva de Morais" userId="f406c2cd-edfc-4057-be10-75858098c663" providerId="ADAL" clId="{DD587564-A78D-4561-8E64-C12CF1DF9BAA}" dt="2026-04-08T09:42:48.837" v="267"/>
          <ac:spMkLst>
            <pc:docMk/>
            <pc:sldMk cId="1699299722" sldId="303"/>
            <ac:spMk id="11" creationId="{D5507939-C566-46F7-B4A8-C57F40547A02}"/>
          </ac:spMkLst>
        </pc:spChg>
        <pc:spChg chg="add mod">
          <ac:chgData name="Josué Silva de Morais" userId="f406c2cd-edfc-4057-be10-75858098c663" providerId="ADAL" clId="{DD587564-A78D-4561-8E64-C12CF1DF9BAA}" dt="2026-04-08T09:42:48.840" v="270"/>
          <ac:spMkLst>
            <pc:docMk/>
            <pc:sldMk cId="1699299722" sldId="303"/>
            <ac:spMk id="12" creationId="{16DAE3BA-A1AF-497F-9184-A3AC2C03B37D}"/>
          </ac:spMkLst>
        </pc:spChg>
        <pc:spChg chg="add mod">
          <ac:chgData name="Josué Silva de Morais" userId="f406c2cd-edfc-4057-be10-75858098c663" providerId="ADAL" clId="{DD587564-A78D-4561-8E64-C12CF1DF9BAA}" dt="2026-04-08T09:42:48.843" v="275"/>
          <ac:spMkLst>
            <pc:docMk/>
            <pc:sldMk cId="1699299722" sldId="303"/>
            <ac:spMk id="13" creationId="{95475CAB-A8A4-4C12-A2D8-1EA533C6665F}"/>
          </ac:spMkLst>
        </pc:spChg>
        <pc:spChg chg="add mod">
          <ac:chgData name="Josué Silva de Morais" userId="f406c2cd-edfc-4057-be10-75858098c663" providerId="ADAL" clId="{DD587564-A78D-4561-8E64-C12CF1DF9BAA}" dt="2026-04-08T09:42:48.845" v="278"/>
          <ac:spMkLst>
            <pc:docMk/>
            <pc:sldMk cId="1699299722" sldId="303"/>
            <ac:spMk id="14" creationId="{01A8D290-CD78-490A-BBAC-9DE46FD8C187}"/>
          </ac:spMkLst>
        </pc:spChg>
        <pc:spChg chg="add mod">
          <ac:chgData name="Josué Silva de Morais" userId="f406c2cd-edfc-4057-be10-75858098c663" providerId="ADAL" clId="{DD587564-A78D-4561-8E64-C12CF1DF9BAA}" dt="2026-04-08T09:42:48.847" v="281"/>
          <ac:spMkLst>
            <pc:docMk/>
            <pc:sldMk cId="1699299722" sldId="303"/>
            <ac:spMk id="15" creationId="{151F5E7B-4617-414D-9247-25892ED100AE}"/>
          </ac:spMkLst>
        </pc:spChg>
        <pc:spChg chg="add mod">
          <ac:chgData name="Josué Silva de Morais" userId="f406c2cd-edfc-4057-be10-75858098c663" providerId="ADAL" clId="{DD587564-A78D-4561-8E64-C12CF1DF9BAA}" dt="2026-04-08T09:42:48.849" v="285"/>
          <ac:spMkLst>
            <pc:docMk/>
            <pc:sldMk cId="1699299722" sldId="303"/>
            <ac:spMk id="16" creationId="{86F58493-3C1C-486D-9586-B11BB29A8FF3}"/>
          </ac:spMkLst>
        </pc:spChg>
        <pc:spChg chg="add mod">
          <ac:chgData name="Josué Silva de Morais" userId="f406c2cd-edfc-4057-be10-75858098c663" providerId="ADAL" clId="{DD587564-A78D-4561-8E64-C12CF1DF9BAA}" dt="2026-04-08T09:42:48.850" v="288"/>
          <ac:spMkLst>
            <pc:docMk/>
            <pc:sldMk cId="1699299722" sldId="303"/>
            <ac:spMk id="17" creationId="{5F4F5582-8029-4FC2-A097-6040A8F4D66F}"/>
          </ac:spMkLst>
        </pc:spChg>
      </pc:sldChg>
      <pc:sldChg chg="addSp delSp modSp add mod">
        <pc:chgData name="Josué Silva de Morais" userId="f406c2cd-edfc-4057-be10-75858098c663" providerId="ADAL" clId="{DD587564-A78D-4561-8E64-C12CF1DF9BAA}" dt="2026-04-08T09:44:11.930" v="407" actId="255"/>
        <pc:sldMkLst>
          <pc:docMk/>
          <pc:sldMk cId="1084274872" sldId="304"/>
        </pc:sldMkLst>
        <pc:spChg chg="add del mod">
          <ac:chgData name="Josué Silva de Morais" userId="f406c2cd-edfc-4057-be10-75858098c663" providerId="ADAL" clId="{DD587564-A78D-4561-8E64-C12CF1DF9BAA}" dt="2026-04-08T09:43:58.410" v="297" actId="1076"/>
          <ac:spMkLst>
            <pc:docMk/>
            <pc:sldMk cId="1084274872" sldId="304"/>
            <ac:spMk id="5" creationId="{F69343B1-AFBF-47E4-8FA4-4C88426C69B8}"/>
          </ac:spMkLst>
        </pc:spChg>
        <pc:spChg chg="mod">
          <ac:chgData name="Josué Silva de Morais" userId="f406c2cd-edfc-4057-be10-75858098c663" providerId="ADAL" clId="{DD587564-A78D-4561-8E64-C12CF1DF9BAA}" dt="2026-04-08T09:44:11.930" v="407" actId="255"/>
          <ac:spMkLst>
            <pc:docMk/>
            <pc:sldMk cId="1084274872" sldId="304"/>
            <ac:spMk id="6" creationId="{8B1BB888-161A-4EF0-9949-84A1DC2BCDD1}"/>
          </ac:spMkLst>
        </pc:spChg>
      </pc:sldChg>
      <pc:sldChg chg="addSp modSp new del mod ord">
        <pc:chgData name="Josué Silva de Morais" userId="f406c2cd-edfc-4057-be10-75858098c663" providerId="ADAL" clId="{DD587564-A78D-4561-8E64-C12CF1DF9BAA}" dt="2026-04-08T09:44:39.450" v="409"/>
        <pc:sldMkLst>
          <pc:docMk/>
          <pc:sldMk cId="2066670563" sldId="305"/>
        </pc:sldMkLst>
        <pc:spChg chg="add mod">
          <ac:chgData name="Josué Silva de Morais" userId="f406c2cd-edfc-4057-be10-75858098c663" providerId="ADAL" clId="{DD587564-A78D-4561-8E64-C12CF1DF9BAA}" dt="2026-04-08T09:43:58.438" v="301"/>
          <ac:spMkLst>
            <pc:docMk/>
            <pc:sldMk cId="2066670563" sldId="305"/>
            <ac:spMk id="2" creationId="{ECFFFC3F-8A11-4368-B05F-2B3B8EE2E32F}"/>
          </ac:spMkLst>
        </pc:spChg>
        <pc:spChg chg="add mod">
          <ac:chgData name="Josué Silva de Morais" userId="f406c2cd-edfc-4057-be10-75858098c663" providerId="ADAL" clId="{DD587564-A78D-4561-8E64-C12CF1DF9BAA}" dt="2026-04-08T09:43:58.439" v="304"/>
          <ac:spMkLst>
            <pc:docMk/>
            <pc:sldMk cId="2066670563" sldId="305"/>
            <ac:spMk id="3" creationId="{8DBE3603-732A-44A7-B266-EF0C8AE831A0}"/>
          </ac:spMkLst>
        </pc:spChg>
        <pc:spChg chg="add mod">
          <ac:chgData name="Josué Silva de Morais" userId="f406c2cd-edfc-4057-be10-75858098c663" providerId="ADAL" clId="{DD587564-A78D-4561-8E64-C12CF1DF9BAA}" dt="2026-04-08T09:43:58.441" v="309"/>
          <ac:spMkLst>
            <pc:docMk/>
            <pc:sldMk cId="2066670563" sldId="305"/>
            <ac:spMk id="4" creationId="{590B1AB6-B8B9-46BE-9675-B28E39E7F109}"/>
          </ac:spMkLst>
        </pc:spChg>
        <pc:spChg chg="add mod">
          <ac:chgData name="Josué Silva de Morais" userId="f406c2cd-edfc-4057-be10-75858098c663" providerId="ADAL" clId="{DD587564-A78D-4561-8E64-C12CF1DF9BAA}" dt="2026-04-08T09:43:58.443" v="312"/>
          <ac:spMkLst>
            <pc:docMk/>
            <pc:sldMk cId="2066670563" sldId="305"/>
            <ac:spMk id="5" creationId="{C0447D42-153E-4523-B667-D835A6974BDD}"/>
          </ac:spMkLst>
        </pc:spChg>
        <pc:spChg chg="add mod">
          <ac:chgData name="Josué Silva de Morais" userId="f406c2cd-edfc-4057-be10-75858098c663" providerId="ADAL" clId="{DD587564-A78D-4561-8E64-C12CF1DF9BAA}" dt="2026-04-08T09:43:58.445" v="316"/>
          <ac:spMkLst>
            <pc:docMk/>
            <pc:sldMk cId="2066670563" sldId="305"/>
            <ac:spMk id="6" creationId="{0A63C9D8-729A-4716-AA5B-D511C44EAA3D}"/>
          </ac:spMkLst>
        </pc:spChg>
        <pc:spChg chg="add mod">
          <ac:chgData name="Josué Silva de Morais" userId="f406c2cd-edfc-4057-be10-75858098c663" providerId="ADAL" clId="{DD587564-A78D-4561-8E64-C12CF1DF9BAA}" dt="2026-04-08T09:43:58.446" v="320"/>
          <ac:spMkLst>
            <pc:docMk/>
            <pc:sldMk cId="2066670563" sldId="305"/>
            <ac:spMk id="7" creationId="{629BEBD1-14A5-4690-9BA4-5C99F0DDBC9C}"/>
          </ac:spMkLst>
        </pc:spChg>
        <pc:spChg chg="add mod">
          <ac:chgData name="Josué Silva de Morais" userId="f406c2cd-edfc-4057-be10-75858098c663" providerId="ADAL" clId="{DD587564-A78D-4561-8E64-C12CF1DF9BAA}" dt="2026-04-08T09:43:58.448" v="324"/>
          <ac:spMkLst>
            <pc:docMk/>
            <pc:sldMk cId="2066670563" sldId="305"/>
            <ac:spMk id="8" creationId="{157EBFB2-D970-444E-8EB7-9A8D9E4F31C3}"/>
          </ac:spMkLst>
        </pc:spChg>
        <pc:spChg chg="add mod">
          <ac:chgData name="Josué Silva de Morais" userId="f406c2cd-edfc-4057-be10-75858098c663" providerId="ADAL" clId="{DD587564-A78D-4561-8E64-C12CF1DF9BAA}" dt="2026-04-08T09:43:58.450" v="328"/>
          <ac:spMkLst>
            <pc:docMk/>
            <pc:sldMk cId="2066670563" sldId="305"/>
            <ac:spMk id="9" creationId="{F0B1FA55-4396-4551-9E1E-750C863E1783}"/>
          </ac:spMkLst>
        </pc:spChg>
        <pc:spChg chg="add mod">
          <ac:chgData name="Josué Silva de Morais" userId="f406c2cd-edfc-4057-be10-75858098c663" providerId="ADAL" clId="{DD587564-A78D-4561-8E64-C12CF1DF9BAA}" dt="2026-04-08T09:43:58.452" v="332"/>
          <ac:spMkLst>
            <pc:docMk/>
            <pc:sldMk cId="2066670563" sldId="305"/>
            <ac:spMk id="10" creationId="{2FDB5755-E595-4ED4-9447-B41DABF1972B}"/>
          </ac:spMkLst>
        </pc:spChg>
        <pc:spChg chg="add mod">
          <ac:chgData name="Josué Silva de Morais" userId="f406c2cd-edfc-4057-be10-75858098c663" providerId="ADAL" clId="{DD587564-A78D-4561-8E64-C12CF1DF9BAA}" dt="2026-04-08T09:43:58.454" v="336"/>
          <ac:spMkLst>
            <pc:docMk/>
            <pc:sldMk cId="2066670563" sldId="305"/>
            <ac:spMk id="11" creationId="{41A6931D-B615-4EF0-8BB0-89C8C4DEB4F0}"/>
          </ac:spMkLst>
        </pc:spChg>
        <pc:spChg chg="add mod">
          <ac:chgData name="Josué Silva de Morais" userId="f406c2cd-edfc-4057-be10-75858098c663" providerId="ADAL" clId="{DD587564-A78D-4561-8E64-C12CF1DF9BAA}" dt="2026-04-08T09:43:58.456" v="340"/>
          <ac:spMkLst>
            <pc:docMk/>
            <pc:sldMk cId="2066670563" sldId="305"/>
            <ac:spMk id="12" creationId="{97109279-DB61-4A06-AD02-B1386D2E1926}"/>
          </ac:spMkLst>
        </pc:spChg>
        <pc:spChg chg="add mod">
          <ac:chgData name="Josué Silva de Morais" userId="f406c2cd-edfc-4057-be10-75858098c663" providerId="ADAL" clId="{DD587564-A78D-4561-8E64-C12CF1DF9BAA}" dt="2026-04-08T09:43:58.458" v="344"/>
          <ac:spMkLst>
            <pc:docMk/>
            <pc:sldMk cId="2066670563" sldId="305"/>
            <ac:spMk id="13" creationId="{B1ABB5E6-F591-4F87-B3CD-0269C28AEA41}"/>
          </ac:spMkLst>
        </pc:spChg>
        <pc:spChg chg="add mod">
          <ac:chgData name="Josué Silva de Morais" userId="f406c2cd-edfc-4057-be10-75858098c663" providerId="ADAL" clId="{DD587564-A78D-4561-8E64-C12CF1DF9BAA}" dt="2026-04-08T09:43:58.460" v="348"/>
          <ac:spMkLst>
            <pc:docMk/>
            <pc:sldMk cId="2066670563" sldId="305"/>
            <ac:spMk id="14" creationId="{0548F8EC-E9E4-4E74-BEF0-DF1B65F40D10}"/>
          </ac:spMkLst>
        </pc:spChg>
        <pc:spChg chg="add mod">
          <ac:chgData name="Josué Silva de Morais" userId="f406c2cd-edfc-4057-be10-75858098c663" providerId="ADAL" clId="{DD587564-A78D-4561-8E64-C12CF1DF9BAA}" dt="2026-04-08T09:43:58.462" v="351"/>
          <ac:spMkLst>
            <pc:docMk/>
            <pc:sldMk cId="2066670563" sldId="305"/>
            <ac:spMk id="15" creationId="{EF3811C2-845F-4C2A-AF5B-DFBDCFB1CC4B}"/>
          </ac:spMkLst>
        </pc:spChg>
        <pc:spChg chg="add mod">
          <ac:chgData name="Josué Silva de Morais" userId="f406c2cd-edfc-4057-be10-75858098c663" providerId="ADAL" clId="{DD587564-A78D-4561-8E64-C12CF1DF9BAA}" dt="2026-04-08T09:43:58.463" v="354"/>
          <ac:spMkLst>
            <pc:docMk/>
            <pc:sldMk cId="2066670563" sldId="305"/>
            <ac:spMk id="16" creationId="{76D6CD2F-7CFB-482B-99FF-183BCB502AD4}"/>
          </ac:spMkLst>
        </pc:spChg>
        <pc:spChg chg="add mod">
          <ac:chgData name="Josué Silva de Morais" userId="f406c2cd-edfc-4057-be10-75858098c663" providerId="ADAL" clId="{DD587564-A78D-4561-8E64-C12CF1DF9BAA}" dt="2026-04-08T09:43:58.465" v="357"/>
          <ac:spMkLst>
            <pc:docMk/>
            <pc:sldMk cId="2066670563" sldId="305"/>
            <ac:spMk id="17" creationId="{76ECE667-4D93-4BE4-8A52-D867622ECA73}"/>
          </ac:spMkLst>
        </pc:spChg>
        <pc:spChg chg="add mod">
          <ac:chgData name="Josué Silva de Morais" userId="f406c2cd-edfc-4057-be10-75858098c663" providerId="ADAL" clId="{DD587564-A78D-4561-8E64-C12CF1DF9BAA}" dt="2026-04-08T09:43:58.467" v="362"/>
          <ac:spMkLst>
            <pc:docMk/>
            <pc:sldMk cId="2066670563" sldId="305"/>
            <ac:spMk id="18" creationId="{E03E0D9C-B9D3-478F-BFE6-BF0F9C238264}"/>
          </ac:spMkLst>
        </pc:spChg>
        <pc:spChg chg="add mod">
          <ac:chgData name="Josué Silva de Morais" userId="f406c2cd-edfc-4057-be10-75858098c663" providerId="ADAL" clId="{DD587564-A78D-4561-8E64-C12CF1DF9BAA}" dt="2026-04-08T09:43:58.468" v="365"/>
          <ac:spMkLst>
            <pc:docMk/>
            <pc:sldMk cId="2066670563" sldId="305"/>
            <ac:spMk id="19" creationId="{61856384-BD3B-43A3-AF05-DA602249C9D1}"/>
          </ac:spMkLst>
        </pc:spChg>
        <pc:spChg chg="add mod">
          <ac:chgData name="Josué Silva de Morais" userId="f406c2cd-edfc-4057-be10-75858098c663" providerId="ADAL" clId="{DD587564-A78D-4561-8E64-C12CF1DF9BAA}" dt="2026-04-08T09:43:58.471" v="368"/>
          <ac:spMkLst>
            <pc:docMk/>
            <pc:sldMk cId="2066670563" sldId="305"/>
            <ac:spMk id="20" creationId="{BE900781-D2D3-4404-B47C-50A5C8CA51A1}"/>
          </ac:spMkLst>
        </pc:spChg>
        <pc:spChg chg="add mod">
          <ac:chgData name="Josué Silva de Morais" userId="f406c2cd-edfc-4057-be10-75858098c663" providerId="ADAL" clId="{DD587564-A78D-4561-8E64-C12CF1DF9BAA}" dt="2026-04-08T09:43:58.473" v="373"/>
          <ac:spMkLst>
            <pc:docMk/>
            <pc:sldMk cId="2066670563" sldId="305"/>
            <ac:spMk id="21" creationId="{DD6F2818-C0CD-4AEA-92EB-1987AF381727}"/>
          </ac:spMkLst>
        </pc:spChg>
        <pc:spChg chg="add mod">
          <ac:chgData name="Josué Silva de Morais" userId="f406c2cd-edfc-4057-be10-75858098c663" providerId="ADAL" clId="{DD587564-A78D-4561-8E64-C12CF1DF9BAA}" dt="2026-04-08T09:43:58.474" v="376"/>
          <ac:spMkLst>
            <pc:docMk/>
            <pc:sldMk cId="2066670563" sldId="305"/>
            <ac:spMk id="22" creationId="{28AB88BE-29B8-491A-AE43-0AE38C7C5B95}"/>
          </ac:spMkLst>
        </pc:spChg>
        <pc:spChg chg="add mod">
          <ac:chgData name="Josué Silva de Morais" userId="f406c2cd-edfc-4057-be10-75858098c663" providerId="ADAL" clId="{DD587564-A78D-4561-8E64-C12CF1DF9BAA}" dt="2026-04-08T09:43:58.476" v="379"/>
          <ac:spMkLst>
            <pc:docMk/>
            <pc:sldMk cId="2066670563" sldId="305"/>
            <ac:spMk id="23" creationId="{2EB391CA-3A13-4D2A-9112-F37D631817A8}"/>
          </ac:spMkLst>
        </pc:spChg>
        <pc:spChg chg="add mod">
          <ac:chgData name="Josué Silva de Morais" userId="f406c2cd-edfc-4057-be10-75858098c663" providerId="ADAL" clId="{DD587564-A78D-4561-8E64-C12CF1DF9BAA}" dt="2026-04-08T09:43:58.479" v="384"/>
          <ac:spMkLst>
            <pc:docMk/>
            <pc:sldMk cId="2066670563" sldId="305"/>
            <ac:spMk id="24" creationId="{3DC63FD3-16B1-4503-89D6-2E6FCE3466B7}"/>
          </ac:spMkLst>
        </pc:spChg>
        <pc:spChg chg="add mod">
          <ac:chgData name="Josué Silva de Morais" userId="f406c2cd-edfc-4057-be10-75858098c663" providerId="ADAL" clId="{DD587564-A78D-4561-8E64-C12CF1DF9BAA}" dt="2026-04-08T09:43:58.480" v="387"/>
          <ac:spMkLst>
            <pc:docMk/>
            <pc:sldMk cId="2066670563" sldId="305"/>
            <ac:spMk id="25" creationId="{FFBA542F-EDA5-4C61-BDEB-0BA6C74BD4A4}"/>
          </ac:spMkLst>
        </pc:spChg>
        <pc:spChg chg="add mod">
          <ac:chgData name="Josué Silva de Morais" userId="f406c2cd-edfc-4057-be10-75858098c663" providerId="ADAL" clId="{DD587564-A78D-4561-8E64-C12CF1DF9BAA}" dt="2026-04-08T09:43:58.482" v="390"/>
          <ac:spMkLst>
            <pc:docMk/>
            <pc:sldMk cId="2066670563" sldId="305"/>
            <ac:spMk id="26" creationId="{3CDFF034-3BD7-4D61-9BD8-C28FB840F6CD}"/>
          </ac:spMkLst>
        </pc:spChg>
        <pc:spChg chg="add mod">
          <ac:chgData name="Josué Silva de Morais" userId="f406c2cd-edfc-4057-be10-75858098c663" providerId="ADAL" clId="{DD587564-A78D-4561-8E64-C12CF1DF9BAA}" dt="2026-04-08T09:43:58.484" v="394"/>
          <ac:spMkLst>
            <pc:docMk/>
            <pc:sldMk cId="2066670563" sldId="305"/>
            <ac:spMk id="27" creationId="{131CE770-5F71-4A25-854F-98444E57C1B2}"/>
          </ac:spMkLst>
        </pc:spChg>
        <pc:spChg chg="add mod">
          <ac:chgData name="Josué Silva de Morais" userId="f406c2cd-edfc-4057-be10-75858098c663" providerId="ADAL" clId="{DD587564-A78D-4561-8E64-C12CF1DF9BAA}" dt="2026-04-08T09:43:58.486" v="397"/>
          <ac:spMkLst>
            <pc:docMk/>
            <pc:sldMk cId="2066670563" sldId="305"/>
            <ac:spMk id="28" creationId="{384179EA-AC7E-46E3-9866-1952436C0525}"/>
          </ac:spMkLst>
        </pc:spChg>
        <pc:spChg chg="add mod">
          <ac:chgData name="Josué Silva de Morais" userId="f406c2cd-edfc-4057-be10-75858098c663" providerId="ADAL" clId="{DD587564-A78D-4561-8E64-C12CF1DF9BAA}" dt="2026-04-08T09:43:58.488" v="401"/>
          <ac:spMkLst>
            <pc:docMk/>
            <pc:sldMk cId="2066670563" sldId="305"/>
            <ac:spMk id="29" creationId="{FE26B981-8DA1-43AD-AC6A-E95DC7403189}"/>
          </ac:spMkLst>
        </pc:spChg>
        <pc:spChg chg="add mod">
          <ac:chgData name="Josué Silva de Morais" userId="f406c2cd-edfc-4057-be10-75858098c663" providerId="ADAL" clId="{DD587564-A78D-4561-8E64-C12CF1DF9BAA}" dt="2026-04-08T09:43:58.490" v="404"/>
          <ac:spMkLst>
            <pc:docMk/>
            <pc:sldMk cId="2066670563" sldId="305"/>
            <ac:spMk id="30" creationId="{07A2932A-3265-433C-A42A-45102BD5D239}"/>
          </ac:spMkLst>
        </pc:spChg>
      </pc:sldChg>
      <pc:sldChg chg="add">
        <pc:chgData name="Josué Silva de Morais" userId="f406c2cd-edfc-4057-be10-75858098c663" providerId="ADAL" clId="{DD587564-A78D-4561-8E64-C12CF1DF9BAA}" dt="2026-04-08T09:44:39.442" v="408"/>
        <pc:sldMkLst>
          <pc:docMk/>
          <pc:sldMk cId="1700771970" sldId="306"/>
        </pc:sldMkLst>
      </pc:sldChg>
      <pc:sldChg chg="addSp modSp new del mod ord">
        <pc:chgData name="Josué Silva de Morais" userId="f406c2cd-edfc-4057-be10-75858098c663" providerId="ADAL" clId="{DD587564-A78D-4561-8E64-C12CF1DF9BAA}" dt="2026-04-08T09:45:35.646" v="478"/>
        <pc:sldMkLst>
          <pc:docMk/>
          <pc:sldMk cId="1726226911" sldId="307"/>
        </pc:sldMkLst>
        <pc:spChg chg="add mod">
          <ac:chgData name="Josué Silva de Morais" userId="f406c2cd-edfc-4057-be10-75858098c663" providerId="ADAL" clId="{DD587564-A78D-4561-8E64-C12CF1DF9BAA}" dt="2026-04-08T09:45:15.093" v="414"/>
          <ac:spMkLst>
            <pc:docMk/>
            <pc:sldMk cId="1726226911" sldId="307"/>
            <ac:spMk id="2" creationId="{7D9A39E9-61AC-44A6-A1CC-C76275EB017C}"/>
          </ac:spMkLst>
        </pc:spChg>
        <pc:spChg chg="add mod">
          <ac:chgData name="Josué Silva de Morais" userId="f406c2cd-edfc-4057-be10-75858098c663" providerId="ADAL" clId="{DD587564-A78D-4561-8E64-C12CF1DF9BAA}" dt="2026-04-08T09:45:15.095" v="417"/>
          <ac:spMkLst>
            <pc:docMk/>
            <pc:sldMk cId="1726226911" sldId="307"/>
            <ac:spMk id="3" creationId="{39F80F20-67D2-4CA6-8DB6-6B6C1D37D43C}"/>
          </ac:spMkLst>
        </pc:spChg>
        <pc:spChg chg="add mod">
          <ac:chgData name="Josué Silva de Morais" userId="f406c2cd-edfc-4057-be10-75858098c663" providerId="ADAL" clId="{DD587564-A78D-4561-8E64-C12CF1DF9BAA}" dt="2026-04-08T09:45:15.096" v="420"/>
          <ac:spMkLst>
            <pc:docMk/>
            <pc:sldMk cId="1726226911" sldId="307"/>
            <ac:spMk id="4" creationId="{7981FE71-5C51-4FCF-BB7C-DC30146E8BDC}"/>
          </ac:spMkLst>
        </pc:spChg>
        <pc:spChg chg="add mod">
          <ac:chgData name="Josué Silva de Morais" userId="f406c2cd-edfc-4057-be10-75858098c663" providerId="ADAL" clId="{DD587564-A78D-4561-8E64-C12CF1DF9BAA}" dt="2026-04-08T09:45:15.098" v="423"/>
          <ac:spMkLst>
            <pc:docMk/>
            <pc:sldMk cId="1726226911" sldId="307"/>
            <ac:spMk id="5" creationId="{FA6038C1-84EA-4F52-880F-61313033B6E8}"/>
          </ac:spMkLst>
        </pc:spChg>
        <pc:spChg chg="add mod">
          <ac:chgData name="Josué Silva de Morais" userId="f406c2cd-edfc-4057-be10-75858098c663" providerId="ADAL" clId="{DD587564-A78D-4561-8E64-C12CF1DF9BAA}" dt="2026-04-08T09:45:15.100" v="427"/>
          <ac:spMkLst>
            <pc:docMk/>
            <pc:sldMk cId="1726226911" sldId="307"/>
            <ac:spMk id="6" creationId="{2A39FC89-FE8C-4611-95C0-204C1078BFD4}"/>
          </ac:spMkLst>
        </pc:spChg>
        <pc:spChg chg="add mod">
          <ac:chgData name="Josué Silva de Morais" userId="f406c2cd-edfc-4057-be10-75858098c663" providerId="ADAL" clId="{DD587564-A78D-4561-8E64-C12CF1DF9BAA}" dt="2026-04-08T09:45:15.102" v="431"/>
          <ac:spMkLst>
            <pc:docMk/>
            <pc:sldMk cId="1726226911" sldId="307"/>
            <ac:spMk id="7" creationId="{F99FE61E-F61C-4D70-86AB-AA42246D53AB}"/>
          </ac:spMkLst>
        </pc:spChg>
        <pc:spChg chg="add mod">
          <ac:chgData name="Josué Silva de Morais" userId="f406c2cd-edfc-4057-be10-75858098c663" providerId="ADAL" clId="{DD587564-A78D-4561-8E64-C12CF1DF9BAA}" dt="2026-04-08T09:45:15.107" v="442"/>
          <ac:spMkLst>
            <pc:docMk/>
            <pc:sldMk cId="1726226911" sldId="307"/>
            <ac:spMk id="8" creationId="{0A8B7836-6EDA-4DB6-BF57-8E6250B834F8}"/>
          </ac:spMkLst>
        </pc:spChg>
        <pc:spChg chg="add mod">
          <ac:chgData name="Josué Silva de Morais" userId="f406c2cd-edfc-4057-be10-75858098c663" providerId="ADAL" clId="{DD587564-A78D-4561-8E64-C12CF1DF9BAA}" dt="2026-04-08T09:45:15.113" v="453"/>
          <ac:spMkLst>
            <pc:docMk/>
            <pc:sldMk cId="1726226911" sldId="307"/>
            <ac:spMk id="9" creationId="{22515D50-5A1A-4979-9D73-441ACF663C9E}"/>
          </ac:spMkLst>
        </pc:spChg>
        <pc:spChg chg="add mod">
          <ac:chgData name="Josué Silva de Morais" userId="f406c2cd-edfc-4057-be10-75858098c663" providerId="ADAL" clId="{DD587564-A78D-4561-8E64-C12CF1DF9BAA}" dt="2026-04-08T09:45:15.118" v="464"/>
          <ac:spMkLst>
            <pc:docMk/>
            <pc:sldMk cId="1726226911" sldId="307"/>
            <ac:spMk id="10" creationId="{1722482C-2925-430C-A3E1-73FE4D386425}"/>
          </ac:spMkLst>
        </pc:spChg>
        <pc:spChg chg="add mod">
          <ac:chgData name="Josué Silva de Morais" userId="f406c2cd-edfc-4057-be10-75858098c663" providerId="ADAL" clId="{DD587564-A78D-4561-8E64-C12CF1DF9BAA}" dt="2026-04-08T09:45:15.124" v="475"/>
          <ac:spMkLst>
            <pc:docMk/>
            <pc:sldMk cId="1726226911" sldId="307"/>
            <ac:spMk id="11" creationId="{4AA55746-5AA7-48CA-AD49-1F07B13A5F3F}"/>
          </ac:spMkLst>
        </pc:spChg>
      </pc:sldChg>
      <pc:sldChg chg="add">
        <pc:chgData name="Josué Silva de Morais" userId="f406c2cd-edfc-4057-be10-75858098c663" providerId="ADAL" clId="{DD587564-A78D-4561-8E64-C12CF1DF9BAA}" dt="2026-04-08T09:45:35.637" v="477"/>
        <pc:sldMkLst>
          <pc:docMk/>
          <pc:sldMk cId="2898881434" sldId="308"/>
        </pc:sldMkLst>
      </pc:sldChg>
      <pc:sldChg chg="addSp modSp new del mod ord">
        <pc:chgData name="Josué Silva de Morais" userId="f406c2cd-edfc-4057-be10-75858098c663" providerId="ADAL" clId="{DD587564-A78D-4561-8E64-C12CF1DF9BAA}" dt="2026-04-08T09:46:46.534" v="587"/>
        <pc:sldMkLst>
          <pc:docMk/>
          <pc:sldMk cId="1589823121" sldId="309"/>
        </pc:sldMkLst>
        <pc:spChg chg="add mod">
          <ac:chgData name="Josué Silva de Morais" userId="f406c2cd-edfc-4057-be10-75858098c663" providerId="ADAL" clId="{DD587564-A78D-4561-8E64-C12CF1DF9BAA}" dt="2026-04-08T09:45:58.832" v="482"/>
          <ac:spMkLst>
            <pc:docMk/>
            <pc:sldMk cId="1589823121" sldId="309"/>
            <ac:spMk id="2" creationId="{F7D3A30A-8BA1-4A46-8154-BB30331CC987}"/>
          </ac:spMkLst>
        </pc:spChg>
        <pc:spChg chg="add mod">
          <ac:chgData name="Josué Silva de Morais" userId="f406c2cd-edfc-4057-be10-75858098c663" providerId="ADAL" clId="{DD587564-A78D-4561-8E64-C12CF1DF9BAA}" dt="2026-04-08T09:45:58.833" v="485"/>
          <ac:spMkLst>
            <pc:docMk/>
            <pc:sldMk cId="1589823121" sldId="309"/>
            <ac:spMk id="3" creationId="{C47E4B08-29D5-4808-8C8A-7C994914BCF4}"/>
          </ac:spMkLst>
        </pc:spChg>
        <pc:spChg chg="add mod">
          <ac:chgData name="Josué Silva de Morais" userId="f406c2cd-edfc-4057-be10-75858098c663" providerId="ADAL" clId="{DD587564-A78D-4561-8E64-C12CF1DF9BAA}" dt="2026-04-08T09:45:58.836" v="490"/>
          <ac:spMkLst>
            <pc:docMk/>
            <pc:sldMk cId="1589823121" sldId="309"/>
            <ac:spMk id="4" creationId="{12639AF3-62A2-4CF5-876F-8615E312BD39}"/>
          </ac:spMkLst>
        </pc:spChg>
        <pc:spChg chg="add mod">
          <ac:chgData name="Josué Silva de Morais" userId="f406c2cd-edfc-4057-be10-75858098c663" providerId="ADAL" clId="{DD587564-A78D-4561-8E64-C12CF1DF9BAA}" dt="2026-04-08T09:45:58.837" v="493"/>
          <ac:spMkLst>
            <pc:docMk/>
            <pc:sldMk cId="1589823121" sldId="309"/>
            <ac:spMk id="5" creationId="{4C61FB43-429F-4D28-8301-0EEE317BC7DA}"/>
          </ac:spMkLst>
        </pc:spChg>
        <pc:spChg chg="add mod">
          <ac:chgData name="Josué Silva de Morais" userId="f406c2cd-edfc-4057-be10-75858098c663" providerId="ADAL" clId="{DD587564-A78D-4561-8E64-C12CF1DF9BAA}" dt="2026-04-08T09:45:58.839" v="497"/>
          <ac:spMkLst>
            <pc:docMk/>
            <pc:sldMk cId="1589823121" sldId="309"/>
            <ac:spMk id="6" creationId="{F3CAC1F9-73BD-4E20-871B-95E731CE75CD}"/>
          </ac:spMkLst>
        </pc:spChg>
        <pc:spChg chg="add mod">
          <ac:chgData name="Josué Silva de Morais" userId="f406c2cd-edfc-4057-be10-75858098c663" providerId="ADAL" clId="{DD587564-A78D-4561-8E64-C12CF1DF9BAA}" dt="2026-04-08T09:45:58.841" v="500"/>
          <ac:spMkLst>
            <pc:docMk/>
            <pc:sldMk cId="1589823121" sldId="309"/>
            <ac:spMk id="7" creationId="{29C8C9BD-9AFD-4058-A01D-38BA60638601}"/>
          </ac:spMkLst>
        </pc:spChg>
        <pc:spChg chg="add mod">
          <ac:chgData name="Josué Silva de Morais" userId="f406c2cd-edfc-4057-be10-75858098c663" providerId="ADAL" clId="{DD587564-A78D-4561-8E64-C12CF1DF9BAA}" dt="2026-04-08T09:45:58.843" v="505"/>
          <ac:spMkLst>
            <pc:docMk/>
            <pc:sldMk cId="1589823121" sldId="309"/>
            <ac:spMk id="8" creationId="{FB4E61DA-9994-406A-B78E-5A49B6ADB509}"/>
          </ac:spMkLst>
        </pc:spChg>
        <pc:spChg chg="add mod">
          <ac:chgData name="Josué Silva de Morais" userId="f406c2cd-edfc-4057-be10-75858098c663" providerId="ADAL" clId="{DD587564-A78D-4561-8E64-C12CF1DF9BAA}" dt="2026-04-08T09:45:58.845" v="508"/>
          <ac:spMkLst>
            <pc:docMk/>
            <pc:sldMk cId="1589823121" sldId="309"/>
            <ac:spMk id="9" creationId="{9FAE344B-B5AD-4E4C-AACC-6C195DF30836}"/>
          </ac:spMkLst>
        </pc:spChg>
        <pc:spChg chg="add mod">
          <ac:chgData name="Josué Silva de Morais" userId="f406c2cd-edfc-4057-be10-75858098c663" providerId="ADAL" clId="{DD587564-A78D-4561-8E64-C12CF1DF9BAA}" dt="2026-04-08T09:45:58.846" v="512"/>
          <ac:spMkLst>
            <pc:docMk/>
            <pc:sldMk cId="1589823121" sldId="309"/>
            <ac:spMk id="10" creationId="{0CF70B67-C048-4991-B081-4B2FAFBBA57F}"/>
          </ac:spMkLst>
        </pc:spChg>
        <pc:spChg chg="add mod">
          <ac:chgData name="Josué Silva de Morais" userId="f406c2cd-edfc-4057-be10-75858098c663" providerId="ADAL" clId="{DD587564-A78D-4561-8E64-C12CF1DF9BAA}" dt="2026-04-08T09:45:58.848" v="516"/>
          <ac:spMkLst>
            <pc:docMk/>
            <pc:sldMk cId="1589823121" sldId="309"/>
            <ac:spMk id="11" creationId="{19589688-8A67-4F29-AE3E-96CDED23711D}"/>
          </ac:spMkLst>
        </pc:spChg>
        <pc:spChg chg="add mod">
          <ac:chgData name="Josué Silva de Morais" userId="f406c2cd-edfc-4057-be10-75858098c663" providerId="ADAL" clId="{DD587564-A78D-4561-8E64-C12CF1DF9BAA}" dt="2026-04-08T09:45:58.850" v="519"/>
          <ac:spMkLst>
            <pc:docMk/>
            <pc:sldMk cId="1589823121" sldId="309"/>
            <ac:spMk id="12" creationId="{598A7A56-9CB8-47C4-B5E4-D24F084E4D4C}"/>
          </ac:spMkLst>
        </pc:spChg>
        <pc:spChg chg="add mod">
          <ac:chgData name="Josué Silva de Morais" userId="f406c2cd-edfc-4057-be10-75858098c663" providerId="ADAL" clId="{DD587564-A78D-4561-8E64-C12CF1DF9BAA}" dt="2026-04-08T09:45:58.851" v="523"/>
          <ac:spMkLst>
            <pc:docMk/>
            <pc:sldMk cId="1589823121" sldId="309"/>
            <ac:spMk id="13" creationId="{4DA8BCEF-9C19-4828-90A2-5522CAD54F4D}"/>
          </ac:spMkLst>
        </pc:spChg>
        <pc:spChg chg="add mod">
          <ac:chgData name="Josué Silva de Morais" userId="f406c2cd-edfc-4057-be10-75858098c663" providerId="ADAL" clId="{DD587564-A78D-4561-8E64-C12CF1DF9BAA}" dt="2026-04-08T09:45:58.853" v="527"/>
          <ac:spMkLst>
            <pc:docMk/>
            <pc:sldMk cId="1589823121" sldId="309"/>
            <ac:spMk id="14" creationId="{CE654376-8D95-4B4F-BAE4-8858B3BF1AA9}"/>
          </ac:spMkLst>
        </pc:spChg>
        <pc:spChg chg="add mod">
          <ac:chgData name="Josué Silva de Morais" userId="f406c2cd-edfc-4057-be10-75858098c663" providerId="ADAL" clId="{DD587564-A78D-4561-8E64-C12CF1DF9BAA}" dt="2026-04-08T09:45:58.855" v="530"/>
          <ac:spMkLst>
            <pc:docMk/>
            <pc:sldMk cId="1589823121" sldId="309"/>
            <ac:spMk id="15" creationId="{AE1DCCAB-9CB7-4AC3-A34D-2CAAE87653C6}"/>
          </ac:spMkLst>
        </pc:spChg>
        <pc:spChg chg="add mod">
          <ac:chgData name="Josué Silva de Morais" userId="f406c2cd-edfc-4057-be10-75858098c663" providerId="ADAL" clId="{DD587564-A78D-4561-8E64-C12CF1DF9BAA}" dt="2026-04-08T09:45:58.856" v="534"/>
          <ac:spMkLst>
            <pc:docMk/>
            <pc:sldMk cId="1589823121" sldId="309"/>
            <ac:spMk id="16" creationId="{619BFFC2-288C-4F5C-AEC9-AFEEEB07A750}"/>
          </ac:spMkLst>
        </pc:spChg>
        <pc:spChg chg="add mod">
          <ac:chgData name="Josué Silva de Morais" userId="f406c2cd-edfc-4057-be10-75858098c663" providerId="ADAL" clId="{DD587564-A78D-4561-8E64-C12CF1DF9BAA}" dt="2026-04-08T09:45:58.859" v="538"/>
          <ac:spMkLst>
            <pc:docMk/>
            <pc:sldMk cId="1589823121" sldId="309"/>
            <ac:spMk id="17" creationId="{687B4D4A-93A9-47BA-8309-3BE81D0B8D07}"/>
          </ac:spMkLst>
        </pc:spChg>
        <pc:spChg chg="add mod">
          <ac:chgData name="Josué Silva de Morais" userId="f406c2cd-edfc-4057-be10-75858098c663" providerId="ADAL" clId="{DD587564-A78D-4561-8E64-C12CF1DF9BAA}" dt="2026-04-08T09:45:58.861" v="541"/>
          <ac:spMkLst>
            <pc:docMk/>
            <pc:sldMk cId="1589823121" sldId="309"/>
            <ac:spMk id="18" creationId="{B27619DD-9514-4346-BEB8-1F5F625FE948}"/>
          </ac:spMkLst>
        </pc:spChg>
        <pc:spChg chg="add mod">
          <ac:chgData name="Josué Silva de Morais" userId="f406c2cd-edfc-4057-be10-75858098c663" providerId="ADAL" clId="{DD587564-A78D-4561-8E64-C12CF1DF9BAA}" dt="2026-04-08T09:45:58.863" v="544"/>
          <ac:spMkLst>
            <pc:docMk/>
            <pc:sldMk cId="1589823121" sldId="309"/>
            <ac:spMk id="19" creationId="{C7117392-48B3-4513-992B-3FC76A91A275}"/>
          </ac:spMkLst>
        </pc:spChg>
        <pc:spChg chg="add mod">
          <ac:chgData name="Josué Silva de Morais" userId="f406c2cd-edfc-4057-be10-75858098c663" providerId="ADAL" clId="{DD587564-A78D-4561-8E64-C12CF1DF9BAA}" dt="2026-04-08T09:45:58.865" v="549"/>
          <ac:spMkLst>
            <pc:docMk/>
            <pc:sldMk cId="1589823121" sldId="309"/>
            <ac:spMk id="20" creationId="{656BA9FA-F62B-47FF-B8E8-81044EAF841A}"/>
          </ac:spMkLst>
        </pc:spChg>
        <pc:spChg chg="add mod">
          <ac:chgData name="Josué Silva de Morais" userId="f406c2cd-edfc-4057-be10-75858098c663" providerId="ADAL" clId="{DD587564-A78D-4561-8E64-C12CF1DF9BAA}" dt="2026-04-08T09:45:58.867" v="552"/>
          <ac:spMkLst>
            <pc:docMk/>
            <pc:sldMk cId="1589823121" sldId="309"/>
            <ac:spMk id="21" creationId="{89588B12-734A-4F71-88A8-15FED2564274}"/>
          </ac:spMkLst>
        </pc:spChg>
        <pc:spChg chg="add mod">
          <ac:chgData name="Josué Silva de Morais" userId="f406c2cd-edfc-4057-be10-75858098c663" providerId="ADAL" clId="{DD587564-A78D-4561-8E64-C12CF1DF9BAA}" dt="2026-04-08T09:45:58.869" v="555"/>
          <ac:spMkLst>
            <pc:docMk/>
            <pc:sldMk cId="1589823121" sldId="309"/>
            <ac:spMk id="22" creationId="{EE07913F-91AC-453B-8908-513B060ACD40}"/>
          </ac:spMkLst>
        </pc:spChg>
        <pc:spChg chg="add mod">
          <ac:chgData name="Josué Silva de Morais" userId="f406c2cd-edfc-4057-be10-75858098c663" providerId="ADAL" clId="{DD587564-A78D-4561-8E64-C12CF1DF9BAA}" dt="2026-04-08T09:45:58.872" v="560"/>
          <ac:spMkLst>
            <pc:docMk/>
            <pc:sldMk cId="1589823121" sldId="309"/>
            <ac:spMk id="23" creationId="{D015534D-5256-4C72-8C21-C4BC7C22C357}"/>
          </ac:spMkLst>
        </pc:spChg>
        <pc:spChg chg="add mod">
          <ac:chgData name="Josué Silva de Morais" userId="f406c2cd-edfc-4057-be10-75858098c663" providerId="ADAL" clId="{DD587564-A78D-4561-8E64-C12CF1DF9BAA}" dt="2026-04-08T09:45:58.873" v="563"/>
          <ac:spMkLst>
            <pc:docMk/>
            <pc:sldMk cId="1589823121" sldId="309"/>
            <ac:spMk id="24" creationId="{2A8D5666-CC46-4C3E-934A-BC2DA0A45331}"/>
          </ac:spMkLst>
        </pc:spChg>
        <pc:spChg chg="add mod">
          <ac:chgData name="Josué Silva de Morais" userId="f406c2cd-edfc-4057-be10-75858098c663" providerId="ADAL" clId="{DD587564-A78D-4561-8E64-C12CF1DF9BAA}" dt="2026-04-08T09:45:58.875" v="566"/>
          <ac:spMkLst>
            <pc:docMk/>
            <pc:sldMk cId="1589823121" sldId="309"/>
            <ac:spMk id="25" creationId="{63456B99-FBE2-4549-984C-C3BEB3F7EF51}"/>
          </ac:spMkLst>
        </pc:spChg>
        <pc:spChg chg="add mod">
          <ac:chgData name="Josué Silva de Morais" userId="f406c2cd-edfc-4057-be10-75858098c663" providerId="ADAL" clId="{DD587564-A78D-4561-8E64-C12CF1DF9BAA}" dt="2026-04-08T09:45:58.877" v="571"/>
          <ac:spMkLst>
            <pc:docMk/>
            <pc:sldMk cId="1589823121" sldId="309"/>
            <ac:spMk id="26" creationId="{691D1B3E-041F-4E85-BD26-83E3F9CEA95A}"/>
          </ac:spMkLst>
        </pc:spChg>
        <pc:spChg chg="add mod">
          <ac:chgData name="Josué Silva de Morais" userId="f406c2cd-edfc-4057-be10-75858098c663" providerId="ADAL" clId="{DD587564-A78D-4561-8E64-C12CF1DF9BAA}" dt="2026-04-08T09:45:58.878" v="574"/>
          <ac:spMkLst>
            <pc:docMk/>
            <pc:sldMk cId="1589823121" sldId="309"/>
            <ac:spMk id="27" creationId="{7872FFE4-5F97-43EE-8F12-728126E5129B}"/>
          </ac:spMkLst>
        </pc:spChg>
        <pc:spChg chg="add mod">
          <ac:chgData name="Josué Silva de Morais" userId="f406c2cd-edfc-4057-be10-75858098c663" providerId="ADAL" clId="{DD587564-A78D-4561-8E64-C12CF1DF9BAA}" dt="2026-04-08T09:45:58.880" v="577"/>
          <ac:spMkLst>
            <pc:docMk/>
            <pc:sldMk cId="1589823121" sldId="309"/>
            <ac:spMk id="28" creationId="{A1C88BF3-0D6E-46D1-82DD-C5C41A224422}"/>
          </ac:spMkLst>
        </pc:spChg>
        <pc:spChg chg="add mod">
          <ac:chgData name="Josué Silva de Morais" userId="f406c2cd-edfc-4057-be10-75858098c663" providerId="ADAL" clId="{DD587564-A78D-4561-8E64-C12CF1DF9BAA}" dt="2026-04-08T09:45:58.882" v="581"/>
          <ac:spMkLst>
            <pc:docMk/>
            <pc:sldMk cId="1589823121" sldId="309"/>
            <ac:spMk id="29" creationId="{DC5DF88F-4404-4D60-AD02-55C56395BCBD}"/>
          </ac:spMkLst>
        </pc:spChg>
        <pc:spChg chg="add mod">
          <ac:chgData name="Josué Silva de Morais" userId="f406c2cd-edfc-4057-be10-75858098c663" providerId="ADAL" clId="{DD587564-A78D-4561-8E64-C12CF1DF9BAA}" dt="2026-04-08T09:45:58.884" v="584"/>
          <ac:spMkLst>
            <pc:docMk/>
            <pc:sldMk cId="1589823121" sldId="309"/>
            <ac:spMk id="30" creationId="{469D4C52-264D-4367-9BFD-A4B7BFC764FF}"/>
          </ac:spMkLst>
        </pc:spChg>
      </pc:sldChg>
      <pc:sldChg chg="modSp add mod">
        <pc:chgData name="Josué Silva de Morais" userId="f406c2cd-edfc-4057-be10-75858098c663" providerId="ADAL" clId="{DD587564-A78D-4561-8E64-C12CF1DF9BAA}" dt="2026-04-08T09:53:24.833" v="1165" actId="1076"/>
        <pc:sldMkLst>
          <pc:docMk/>
          <pc:sldMk cId="985845950" sldId="310"/>
        </pc:sldMkLst>
        <pc:spChg chg="mod">
          <ac:chgData name="Josué Silva de Morais" userId="f406c2cd-edfc-4057-be10-75858098c663" providerId="ADAL" clId="{DD587564-A78D-4561-8E64-C12CF1DF9BAA}" dt="2026-04-08T09:53:24.833" v="1165" actId="1076"/>
          <ac:spMkLst>
            <pc:docMk/>
            <pc:sldMk cId="985845950" sldId="310"/>
            <ac:spMk id="5" creationId="{4C61FB43-429F-4D28-8301-0EEE317BC7DA}"/>
          </ac:spMkLst>
        </pc:spChg>
      </pc:sldChg>
      <pc:sldChg chg="addSp modSp new del mod ord">
        <pc:chgData name="Josué Silva de Morais" userId="f406c2cd-edfc-4057-be10-75858098c663" providerId="ADAL" clId="{DD587564-A78D-4561-8E64-C12CF1DF9BAA}" dt="2026-04-08T09:47:50.846" v="692"/>
        <pc:sldMkLst>
          <pc:docMk/>
          <pc:sldMk cId="2290615796" sldId="311"/>
        </pc:sldMkLst>
        <pc:spChg chg="add mod">
          <ac:chgData name="Josué Silva de Morais" userId="f406c2cd-edfc-4057-be10-75858098c663" providerId="ADAL" clId="{DD587564-A78D-4561-8E64-C12CF1DF9BAA}" dt="2026-04-08T09:47:10.771" v="591"/>
          <ac:spMkLst>
            <pc:docMk/>
            <pc:sldMk cId="2290615796" sldId="311"/>
            <ac:spMk id="2" creationId="{FA7C16C8-82A5-4CE6-BAAE-F8D00BDB75A6}"/>
          </ac:spMkLst>
        </pc:spChg>
        <pc:spChg chg="add mod">
          <ac:chgData name="Josué Silva de Morais" userId="f406c2cd-edfc-4057-be10-75858098c663" providerId="ADAL" clId="{DD587564-A78D-4561-8E64-C12CF1DF9BAA}" dt="2026-04-08T09:47:10.773" v="594"/>
          <ac:spMkLst>
            <pc:docMk/>
            <pc:sldMk cId="2290615796" sldId="311"/>
            <ac:spMk id="3" creationId="{D5763C3A-7223-49D3-AD4E-FC253C4CB953}"/>
          </ac:spMkLst>
        </pc:spChg>
        <pc:spChg chg="add mod">
          <ac:chgData name="Josué Silva de Morais" userId="f406c2cd-edfc-4057-be10-75858098c663" providerId="ADAL" clId="{DD587564-A78D-4561-8E64-C12CF1DF9BAA}" dt="2026-04-08T09:47:10.777" v="599"/>
          <ac:spMkLst>
            <pc:docMk/>
            <pc:sldMk cId="2290615796" sldId="311"/>
            <ac:spMk id="4" creationId="{DBD6CEEE-B1F7-49A8-A2F7-5452DC481B63}"/>
          </ac:spMkLst>
        </pc:spChg>
        <pc:spChg chg="add mod">
          <ac:chgData name="Josué Silva de Morais" userId="f406c2cd-edfc-4057-be10-75858098c663" providerId="ADAL" clId="{DD587564-A78D-4561-8E64-C12CF1DF9BAA}" dt="2026-04-08T09:47:10.780" v="602"/>
          <ac:spMkLst>
            <pc:docMk/>
            <pc:sldMk cId="2290615796" sldId="311"/>
            <ac:spMk id="5" creationId="{F429DF3B-A627-41FC-95E6-C7555DE35A1F}"/>
          </ac:spMkLst>
        </pc:spChg>
        <pc:spChg chg="add mod">
          <ac:chgData name="Josué Silva de Morais" userId="f406c2cd-edfc-4057-be10-75858098c663" providerId="ADAL" clId="{DD587564-A78D-4561-8E64-C12CF1DF9BAA}" dt="2026-04-08T09:47:10.782" v="606"/>
          <ac:spMkLst>
            <pc:docMk/>
            <pc:sldMk cId="2290615796" sldId="311"/>
            <ac:spMk id="6" creationId="{BBE9BB7A-1F61-409C-8A2A-4FA015BB2529}"/>
          </ac:spMkLst>
        </pc:spChg>
        <pc:spChg chg="add mod">
          <ac:chgData name="Josué Silva de Morais" userId="f406c2cd-edfc-4057-be10-75858098c663" providerId="ADAL" clId="{DD587564-A78D-4561-8E64-C12CF1DF9BAA}" dt="2026-04-08T09:47:10.785" v="609"/>
          <ac:spMkLst>
            <pc:docMk/>
            <pc:sldMk cId="2290615796" sldId="311"/>
            <ac:spMk id="7" creationId="{103365BE-47AE-42DC-BA0D-9237FAD0CA1D}"/>
          </ac:spMkLst>
        </pc:spChg>
        <pc:spChg chg="add mod">
          <ac:chgData name="Josué Silva de Morais" userId="f406c2cd-edfc-4057-be10-75858098c663" providerId="ADAL" clId="{DD587564-A78D-4561-8E64-C12CF1DF9BAA}" dt="2026-04-08T09:47:10.787" v="613"/>
          <ac:spMkLst>
            <pc:docMk/>
            <pc:sldMk cId="2290615796" sldId="311"/>
            <ac:spMk id="8" creationId="{9722DABB-032A-4819-B57F-F08A383005B7}"/>
          </ac:spMkLst>
        </pc:spChg>
        <pc:spChg chg="add mod">
          <ac:chgData name="Josué Silva de Morais" userId="f406c2cd-edfc-4057-be10-75858098c663" providerId="ADAL" clId="{DD587564-A78D-4561-8E64-C12CF1DF9BAA}" dt="2026-04-08T09:47:10.789" v="616"/>
          <ac:spMkLst>
            <pc:docMk/>
            <pc:sldMk cId="2290615796" sldId="311"/>
            <ac:spMk id="9" creationId="{AF72E72C-10E8-41BB-9C6A-ADC09F853D0C}"/>
          </ac:spMkLst>
        </pc:spChg>
        <pc:spChg chg="add mod">
          <ac:chgData name="Josué Silva de Morais" userId="f406c2cd-edfc-4057-be10-75858098c663" providerId="ADAL" clId="{DD587564-A78D-4561-8E64-C12CF1DF9BAA}" dt="2026-04-08T09:47:10.792" v="620"/>
          <ac:spMkLst>
            <pc:docMk/>
            <pc:sldMk cId="2290615796" sldId="311"/>
            <ac:spMk id="10" creationId="{92907CCE-FF74-4090-A297-3FAEB52D50C7}"/>
          </ac:spMkLst>
        </pc:spChg>
        <pc:spChg chg="add mod">
          <ac:chgData name="Josué Silva de Morais" userId="f406c2cd-edfc-4057-be10-75858098c663" providerId="ADAL" clId="{DD587564-A78D-4561-8E64-C12CF1DF9BAA}" dt="2026-04-08T09:47:10.795" v="624"/>
          <ac:spMkLst>
            <pc:docMk/>
            <pc:sldMk cId="2290615796" sldId="311"/>
            <ac:spMk id="11" creationId="{370359AB-F919-4326-943A-F7CB303CCC05}"/>
          </ac:spMkLst>
        </pc:spChg>
        <pc:spChg chg="add mod">
          <ac:chgData name="Josué Silva de Morais" userId="f406c2cd-edfc-4057-be10-75858098c663" providerId="ADAL" clId="{DD587564-A78D-4561-8E64-C12CF1DF9BAA}" dt="2026-04-08T09:47:10.798" v="627"/>
          <ac:spMkLst>
            <pc:docMk/>
            <pc:sldMk cId="2290615796" sldId="311"/>
            <ac:spMk id="12" creationId="{0C2F482F-9DCF-40E1-A989-A513D5E6C67D}"/>
          </ac:spMkLst>
        </pc:spChg>
        <pc:spChg chg="add mod">
          <ac:chgData name="Josué Silva de Morais" userId="f406c2cd-edfc-4057-be10-75858098c663" providerId="ADAL" clId="{DD587564-A78D-4561-8E64-C12CF1DF9BAA}" dt="2026-04-08T09:47:10.800" v="631"/>
          <ac:spMkLst>
            <pc:docMk/>
            <pc:sldMk cId="2290615796" sldId="311"/>
            <ac:spMk id="13" creationId="{CC20A6BF-A2F5-4F13-90A6-924629A8B6C9}"/>
          </ac:spMkLst>
        </pc:spChg>
        <pc:spChg chg="add mod">
          <ac:chgData name="Josué Silva de Morais" userId="f406c2cd-edfc-4057-be10-75858098c663" providerId="ADAL" clId="{DD587564-A78D-4561-8E64-C12CF1DF9BAA}" dt="2026-04-08T09:47:10.804" v="636"/>
          <ac:spMkLst>
            <pc:docMk/>
            <pc:sldMk cId="2290615796" sldId="311"/>
            <ac:spMk id="14" creationId="{46E1D529-67AD-4477-9E41-B5B0CB1DF59F}"/>
          </ac:spMkLst>
        </pc:spChg>
        <pc:spChg chg="add mod">
          <ac:chgData name="Josué Silva de Morais" userId="f406c2cd-edfc-4057-be10-75858098c663" providerId="ADAL" clId="{DD587564-A78D-4561-8E64-C12CF1DF9BAA}" dt="2026-04-08T09:47:10.807" v="639"/>
          <ac:spMkLst>
            <pc:docMk/>
            <pc:sldMk cId="2290615796" sldId="311"/>
            <ac:spMk id="15" creationId="{5C89E3ED-8030-4D18-B0EA-9F3E1B1032B1}"/>
          </ac:spMkLst>
        </pc:spChg>
        <pc:spChg chg="add mod">
          <ac:chgData name="Josué Silva de Morais" userId="f406c2cd-edfc-4057-be10-75858098c663" providerId="ADAL" clId="{DD587564-A78D-4561-8E64-C12CF1DF9BAA}" dt="2026-04-08T09:47:10.810" v="643"/>
          <ac:spMkLst>
            <pc:docMk/>
            <pc:sldMk cId="2290615796" sldId="311"/>
            <ac:spMk id="16" creationId="{7A21A3E1-A106-4ACD-A694-3EBE7379E636}"/>
          </ac:spMkLst>
        </pc:spChg>
        <pc:spChg chg="add mod">
          <ac:chgData name="Josué Silva de Morais" userId="f406c2cd-edfc-4057-be10-75858098c663" providerId="ADAL" clId="{DD587564-A78D-4561-8E64-C12CF1DF9BAA}" dt="2026-04-08T09:47:10.812" v="646"/>
          <ac:spMkLst>
            <pc:docMk/>
            <pc:sldMk cId="2290615796" sldId="311"/>
            <ac:spMk id="17" creationId="{D763F65C-343C-4947-B4C1-1034708F3E50}"/>
          </ac:spMkLst>
        </pc:spChg>
        <pc:spChg chg="add mod">
          <ac:chgData name="Josué Silva de Morais" userId="f406c2cd-edfc-4057-be10-75858098c663" providerId="ADAL" clId="{DD587564-A78D-4561-8E64-C12CF1DF9BAA}" dt="2026-04-08T09:47:10.814" v="649"/>
          <ac:spMkLst>
            <pc:docMk/>
            <pc:sldMk cId="2290615796" sldId="311"/>
            <ac:spMk id="18" creationId="{B067D6EC-7CB5-4B54-A6D4-AE7E60B49B9F}"/>
          </ac:spMkLst>
        </pc:spChg>
        <pc:spChg chg="add mod">
          <ac:chgData name="Josué Silva de Morais" userId="f406c2cd-edfc-4057-be10-75858098c663" providerId="ADAL" clId="{DD587564-A78D-4561-8E64-C12CF1DF9BAA}" dt="2026-04-08T09:47:10.818" v="654"/>
          <ac:spMkLst>
            <pc:docMk/>
            <pc:sldMk cId="2290615796" sldId="311"/>
            <ac:spMk id="19" creationId="{8CFBEF4D-0746-4921-9751-FA190225E05F}"/>
          </ac:spMkLst>
        </pc:spChg>
        <pc:spChg chg="add mod">
          <ac:chgData name="Josué Silva de Morais" userId="f406c2cd-edfc-4057-be10-75858098c663" providerId="ADAL" clId="{DD587564-A78D-4561-8E64-C12CF1DF9BAA}" dt="2026-04-08T09:47:10.820" v="657"/>
          <ac:spMkLst>
            <pc:docMk/>
            <pc:sldMk cId="2290615796" sldId="311"/>
            <ac:spMk id="20" creationId="{342BA194-D543-44C2-A861-ABD917DEC079}"/>
          </ac:spMkLst>
        </pc:spChg>
        <pc:spChg chg="add mod">
          <ac:chgData name="Josué Silva de Morais" userId="f406c2cd-edfc-4057-be10-75858098c663" providerId="ADAL" clId="{DD587564-A78D-4561-8E64-C12CF1DF9BAA}" dt="2026-04-08T09:47:10.822" v="660"/>
          <ac:spMkLst>
            <pc:docMk/>
            <pc:sldMk cId="2290615796" sldId="311"/>
            <ac:spMk id="21" creationId="{304ADF78-483C-40A8-BF0D-81106A2BCA68}"/>
          </ac:spMkLst>
        </pc:spChg>
        <pc:spChg chg="add mod">
          <ac:chgData name="Josué Silva de Morais" userId="f406c2cd-edfc-4057-be10-75858098c663" providerId="ADAL" clId="{DD587564-A78D-4561-8E64-C12CF1DF9BAA}" dt="2026-04-08T09:47:10.825" v="665"/>
          <ac:spMkLst>
            <pc:docMk/>
            <pc:sldMk cId="2290615796" sldId="311"/>
            <ac:spMk id="22" creationId="{2EF2D189-C2A4-452C-A230-8D61A0E7B068}"/>
          </ac:spMkLst>
        </pc:spChg>
        <pc:spChg chg="add mod">
          <ac:chgData name="Josué Silva de Morais" userId="f406c2cd-edfc-4057-be10-75858098c663" providerId="ADAL" clId="{DD587564-A78D-4561-8E64-C12CF1DF9BAA}" dt="2026-04-08T09:47:10.827" v="668"/>
          <ac:spMkLst>
            <pc:docMk/>
            <pc:sldMk cId="2290615796" sldId="311"/>
            <ac:spMk id="23" creationId="{7249CF72-9836-49D7-A77A-B029ABCC2F03}"/>
          </ac:spMkLst>
        </pc:spChg>
        <pc:spChg chg="add mod">
          <ac:chgData name="Josué Silva de Morais" userId="f406c2cd-edfc-4057-be10-75858098c663" providerId="ADAL" clId="{DD587564-A78D-4561-8E64-C12CF1DF9BAA}" dt="2026-04-08T09:47:10.830" v="671"/>
          <ac:spMkLst>
            <pc:docMk/>
            <pc:sldMk cId="2290615796" sldId="311"/>
            <ac:spMk id="24" creationId="{15941021-1694-4A6C-9E2B-070C80C94A38}"/>
          </ac:spMkLst>
        </pc:spChg>
        <pc:spChg chg="add mod">
          <ac:chgData name="Josué Silva de Morais" userId="f406c2cd-edfc-4057-be10-75858098c663" providerId="ADAL" clId="{DD587564-A78D-4561-8E64-C12CF1DF9BAA}" dt="2026-04-08T09:47:10.833" v="676"/>
          <ac:spMkLst>
            <pc:docMk/>
            <pc:sldMk cId="2290615796" sldId="311"/>
            <ac:spMk id="25" creationId="{7E5F6985-0BB6-43D4-8F2C-A277A91C43F6}"/>
          </ac:spMkLst>
        </pc:spChg>
        <pc:spChg chg="add mod">
          <ac:chgData name="Josué Silva de Morais" userId="f406c2cd-edfc-4057-be10-75858098c663" providerId="ADAL" clId="{DD587564-A78D-4561-8E64-C12CF1DF9BAA}" dt="2026-04-08T09:47:10.835" v="679"/>
          <ac:spMkLst>
            <pc:docMk/>
            <pc:sldMk cId="2290615796" sldId="311"/>
            <ac:spMk id="26" creationId="{7D214973-0FDB-49E5-BDBD-7EA9C6EF9C32}"/>
          </ac:spMkLst>
        </pc:spChg>
        <pc:spChg chg="add mod">
          <ac:chgData name="Josué Silva de Morais" userId="f406c2cd-edfc-4057-be10-75858098c663" providerId="ADAL" clId="{DD587564-A78D-4561-8E64-C12CF1DF9BAA}" dt="2026-04-08T09:47:10.838" v="682"/>
          <ac:spMkLst>
            <pc:docMk/>
            <pc:sldMk cId="2290615796" sldId="311"/>
            <ac:spMk id="27" creationId="{B1DAF285-F1B9-41D9-AB3B-9CD88B463A4B}"/>
          </ac:spMkLst>
        </pc:spChg>
        <pc:spChg chg="add mod">
          <ac:chgData name="Josué Silva de Morais" userId="f406c2cd-edfc-4057-be10-75858098c663" providerId="ADAL" clId="{DD587564-A78D-4561-8E64-C12CF1DF9BAA}" dt="2026-04-08T09:47:10.840" v="686"/>
          <ac:spMkLst>
            <pc:docMk/>
            <pc:sldMk cId="2290615796" sldId="311"/>
            <ac:spMk id="28" creationId="{6F2C45E3-19D9-414D-92A0-AF0F5AE12164}"/>
          </ac:spMkLst>
        </pc:spChg>
        <pc:spChg chg="add mod">
          <ac:chgData name="Josué Silva de Morais" userId="f406c2cd-edfc-4057-be10-75858098c663" providerId="ADAL" clId="{DD587564-A78D-4561-8E64-C12CF1DF9BAA}" dt="2026-04-08T09:47:10.842" v="689"/>
          <ac:spMkLst>
            <pc:docMk/>
            <pc:sldMk cId="2290615796" sldId="311"/>
            <ac:spMk id="29" creationId="{AA642EA1-E033-4422-96AA-0B684A3E7DFC}"/>
          </ac:spMkLst>
        </pc:spChg>
      </pc:sldChg>
      <pc:sldChg chg="add">
        <pc:chgData name="Josué Silva de Morais" userId="f406c2cd-edfc-4057-be10-75858098c663" providerId="ADAL" clId="{DD587564-A78D-4561-8E64-C12CF1DF9BAA}" dt="2026-04-08T09:47:50.841" v="691"/>
        <pc:sldMkLst>
          <pc:docMk/>
          <pc:sldMk cId="901637954" sldId="312"/>
        </pc:sldMkLst>
      </pc:sldChg>
      <pc:sldChg chg="addSp modSp new del mod ord">
        <pc:chgData name="Josué Silva de Morais" userId="f406c2cd-edfc-4057-be10-75858098c663" providerId="ADAL" clId="{DD587564-A78D-4561-8E64-C12CF1DF9BAA}" dt="2026-04-08T09:49:20.294" v="869"/>
        <pc:sldMkLst>
          <pc:docMk/>
          <pc:sldMk cId="2321247302" sldId="313"/>
        </pc:sldMkLst>
        <pc:spChg chg="add mod">
          <ac:chgData name="Josué Silva de Morais" userId="f406c2cd-edfc-4057-be10-75858098c663" providerId="ADAL" clId="{DD587564-A78D-4561-8E64-C12CF1DF9BAA}" dt="2026-04-08T09:48:31.554" v="696"/>
          <ac:spMkLst>
            <pc:docMk/>
            <pc:sldMk cId="2321247302" sldId="313"/>
            <ac:spMk id="2" creationId="{2A2CC52F-7C83-41B6-B11E-B22EB9B08B9F}"/>
          </ac:spMkLst>
        </pc:spChg>
        <pc:spChg chg="add mod">
          <ac:chgData name="Josué Silva de Morais" userId="f406c2cd-edfc-4057-be10-75858098c663" providerId="ADAL" clId="{DD587564-A78D-4561-8E64-C12CF1DF9BAA}" dt="2026-04-08T09:48:31.556" v="699"/>
          <ac:spMkLst>
            <pc:docMk/>
            <pc:sldMk cId="2321247302" sldId="313"/>
            <ac:spMk id="3" creationId="{D5A8249F-753F-4CFE-99B2-49784BCE014A}"/>
          </ac:spMkLst>
        </pc:spChg>
        <pc:spChg chg="add mod">
          <ac:chgData name="Josué Silva de Morais" userId="f406c2cd-edfc-4057-be10-75858098c663" providerId="ADAL" clId="{DD587564-A78D-4561-8E64-C12CF1DF9BAA}" dt="2026-04-08T09:48:31.677" v="823"/>
          <ac:spMkLst>
            <pc:docMk/>
            <pc:sldMk cId="2321247302" sldId="313"/>
            <ac:spMk id="6" creationId="{6FDA0D8E-936B-4A4E-936D-DE7B9A8E3BD4}"/>
          </ac:spMkLst>
        </pc:spChg>
        <pc:spChg chg="add mod">
          <ac:chgData name="Josué Silva de Morais" userId="f406c2cd-edfc-4057-be10-75858098c663" providerId="ADAL" clId="{DD587564-A78D-4561-8E64-C12CF1DF9BAA}" dt="2026-04-08T09:48:31.680" v="826"/>
          <ac:spMkLst>
            <pc:docMk/>
            <pc:sldMk cId="2321247302" sldId="313"/>
            <ac:spMk id="7" creationId="{4C6AB58E-8240-4006-BA7D-D85B9E8484A8}"/>
          </ac:spMkLst>
        </pc:spChg>
        <pc:spChg chg="add mod">
          <ac:chgData name="Josué Silva de Morais" userId="f406c2cd-edfc-4057-be10-75858098c663" providerId="ADAL" clId="{DD587564-A78D-4561-8E64-C12CF1DF9BAA}" dt="2026-04-08T09:48:31.682" v="829"/>
          <ac:spMkLst>
            <pc:docMk/>
            <pc:sldMk cId="2321247302" sldId="313"/>
            <ac:spMk id="8" creationId="{CCF1EEE1-C1EF-48DD-9DFC-57570EC19A3A}"/>
          </ac:spMkLst>
        </pc:spChg>
        <pc:spChg chg="add mod">
          <ac:chgData name="Josué Silva de Morais" userId="f406c2cd-edfc-4057-be10-75858098c663" providerId="ADAL" clId="{DD587564-A78D-4561-8E64-C12CF1DF9BAA}" dt="2026-04-08T09:48:44.052" v="860"/>
          <ac:spMkLst>
            <pc:docMk/>
            <pc:sldMk cId="2321247302" sldId="313"/>
            <ac:spMk id="9" creationId="{AC149161-2DD9-44CB-BC05-5C208D12C0BE}"/>
          </ac:spMkLst>
        </pc:spChg>
        <pc:spChg chg="add mod">
          <ac:chgData name="Josué Silva de Morais" userId="f406c2cd-edfc-4057-be10-75858098c663" providerId="ADAL" clId="{DD587564-A78D-4561-8E64-C12CF1DF9BAA}" dt="2026-04-08T09:48:44.052" v="861"/>
          <ac:spMkLst>
            <pc:docMk/>
            <pc:sldMk cId="2321247302" sldId="313"/>
            <ac:spMk id="10" creationId="{1CF14CB7-6E9A-4FBA-9B64-949B423018B4}"/>
          </ac:spMkLst>
        </pc:spChg>
        <pc:spChg chg="add mod">
          <ac:chgData name="Josué Silva de Morais" userId="f406c2cd-edfc-4057-be10-75858098c663" providerId="ADAL" clId="{DD587564-A78D-4561-8E64-C12CF1DF9BAA}" dt="2026-04-08T09:48:44.053" v="862"/>
          <ac:spMkLst>
            <pc:docMk/>
            <pc:sldMk cId="2321247302" sldId="313"/>
            <ac:spMk id="11" creationId="{0C596E19-66E2-42C0-83C5-FC485918F722}"/>
          </ac:spMkLst>
        </pc:spChg>
        <pc:spChg chg="add mod">
          <ac:chgData name="Josué Silva de Morais" userId="f406c2cd-edfc-4057-be10-75858098c663" providerId="ADAL" clId="{DD587564-A78D-4561-8E64-C12CF1DF9BAA}" dt="2026-04-08T09:48:44.055" v="864"/>
          <ac:spMkLst>
            <pc:docMk/>
            <pc:sldMk cId="2321247302" sldId="313"/>
            <ac:spMk id="12" creationId="{5841B3EE-D4F0-4B51-9D2B-F562ABFCF077}"/>
          </ac:spMkLst>
        </pc:spChg>
        <pc:spChg chg="add mod">
          <ac:chgData name="Josué Silva de Morais" userId="f406c2cd-edfc-4057-be10-75858098c663" providerId="ADAL" clId="{DD587564-A78D-4561-8E64-C12CF1DF9BAA}" dt="2026-04-08T09:48:44.055" v="865"/>
          <ac:spMkLst>
            <pc:docMk/>
            <pc:sldMk cId="2321247302" sldId="313"/>
            <ac:spMk id="13" creationId="{A416CA51-7271-4785-B7FD-9A430DBED1B1}"/>
          </ac:spMkLst>
        </pc:spChg>
        <pc:spChg chg="add mod">
          <ac:chgData name="Josué Silva de Morais" userId="f406c2cd-edfc-4057-be10-75858098c663" providerId="ADAL" clId="{DD587564-A78D-4561-8E64-C12CF1DF9BAA}" dt="2026-04-08T09:48:44.057" v="867"/>
          <ac:spMkLst>
            <pc:docMk/>
            <pc:sldMk cId="2321247302" sldId="313"/>
            <ac:spMk id="14" creationId="{CBCD71A2-EBEC-4C83-8897-C661882F079D}"/>
          </ac:spMkLst>
        </pc:spChg>
        <pc:spChg chg="add mod">
          <ac:chgData name="Josué Silva de Morais" userId="f406c2cd-edfc-4057-be10-75858098c663" providerId="ADAL" clId="{DD587564-A78D-4561-8E64-C12CF1DF9BAA}" dt="2026-04-08T09:48:31.702" v="855"/>
          <ac:spMkLst>
            <pc:docMk/>
            <pc:sldMk cId="2321247302" sldId="313"/>
            <ac:spMk id="15" creationId="{B010C3BB-6E50-442F-9150-4D2434902E01}"/>
          </ac:spMkLst>
        </pc:spChg>
        <pc:spChg chg="add mod">
          <ac:chgData name="Josué Silva de Morais" userId="f406c2cd-edfc-4057-be10-75858098c663" providerId="ADAL" clId="{DD587564-A78D-4561-8E64-C12CF1DF9BAA}" dt="2026-04-08T09:48:31.704" v="858"/>
          <ac:spMkLst>
            <pc:docMk/>
            <pc:sldMk cId="2321247302" sldId="313"/>
            <ac:spMk id="16" creationId="{3E20286C-D89C-40B6-B561-97CA25CBD3F1}"/>
          </ac:spMkLst>
        </pc:spChg>
        <pc:graphicFrameChg chg="add mod modGraphic">
          <ac:chgData name="Josué Silva de Morais" userId="f406c2cd-edfc-4057-be10-75858098c663" providerId="ADAL" clId="{DD587564-A78D-4561-8E64-C12CF1DF9BAA}" dt="2026-04-08T09:48:31.668" v="818"/>
          <ac:graphicFrameMkLst>
            <pc:docMk/>
            <pc:sldMk cId="2321247302" sldId="313"/>
            <ac:graphicFrameMk id="5" creationId="{0CD0FEFD-31B8-4839-8657-28BCD632EE08}"/>
          </ac:graphicFrameMkLst>
        </pc:graphicFrameChg>
      </pc:sldChg>
      <pc:sldChg chg="add">
        <pc:chgData name="Josué Silva de Morais" userId="f406c2cd-edfc-4057-be10-75858098c663" providerId="ADAL" clId="{DD587564-A78D-4561-8E64-C12CF1DF9BAA}" dt="2026-04-08T09:49:20.290" v="868"/>
        <pc:sldMkLst>
          <pc:docMk/>
          <pc:sldMk cId="2844450227" sldId="314"/>
        </pc:sldMkLst>
      </pc:sldChg>
      <pc:sldChg chg="addSp modSp new del mod ord">
        <pc:chgData name="Josué Silva de Morais" userId="f406c2cd-edfc-4057-be10-75858098c663" providerId="ADAL" clId="{DD587564-A78D-4561-8E64-C12CF1DF9BAA}" dt="2026-04-08T09:50:00.269" v="938"/>
        <pc:sldMkLst>
          <pc:docMk/>
          <pc:sldMk cId="3339190847" sldId="315"/>
        </pc:sldMkLst>
        <pc:spChg chg="add mod">
          <ac:chgData name="Josué Silva de Morais" userId="f406c2cd-edfc-4057-be10-75858098c663" providerId="ADAL" clId="{DD587564-A78D-4561-8E64-C12CF1DF9BAA}" dt="2026-04-08T09:49:37.270" v="874"/>
          <ac:spMkLst>
            <pc:docMk/>
            <pc:sldMk cId="3339190847" sldId="315"/>
            <ac:spMk id="2" creationId="{FBE3400F-1BB3-478F-B5E6-D5D9D963FB3D}"/>
          </ac:spMkLst>
        </pc:spChg>
        <pc:spChg chg="add mod">
          <ac:chgData name="Josué Silva de Morais" userId="f406c2cd-edfc-4057-be10-75858098c663" providerId="ADAL" clId="{DD587564-A78D-4561-8E64-C12CF1DF9BAA}" dt="2026-04-08T09:49:37.272" v="877"/>
          <ac:spMkLst>
            <pc:docMk/>
            <pc:sldMk cId="3339190847" sldId="315"/>
            <ac:spMk id="3" creationId="{AAF9C117-E9FD-415C-8F3D-5EDF0C3B74F0}"/>
          </ac:spMkLst>
        </pc:spChg>
        <pc:spChg chg="add mod">
          <ac:chgData name="Josué Silva de Morais" userId="f406c2cd-edfc-4057-be10-75858098c663" providerId="ADAL" clId="{DD587564-A78D-4561-8E64-C12CF1DF9BAA}" dt="2026-04-08T09:49:37.275" v="880"/>
          <ac:spMkLst>
            <pc:docMk/>
            <pc:sldMk cId="3339190847" sldId="315"/>
            <ac:spMk id="4" creationId="{AC7F5D23-3BB2-487C-B24F-703895C8AEF9}"/>
          </ac:spMkLst>
        </pc:spChg>
        <pc:spChg chg="add mod">
          <ac:chgData name="Josué Silva de Morais" userId="f406c2cd-edfc-4057-be10-75858098c663" providerId="ADAL" clId="{DD587564-A78D-4561-8E64-C12CF1DF9BAA}" dt="2026-04-08T09:49:37.278" v="883"/>
          <ac:spMkLst>
            <pc:docMk/>
            <pc:sldMk cId="3339190847" sldId="315"/>
            <ac:spMk id="5" creationId="{0D52A45D-1D2D-436C-A395-03C2C6061171}"/>
          </ac:spMkLst>
        </pc:spChg>
        <pc:spChg chg="add mod">
          <ac:chgData name="Josué Silva de Morais" userId="f406c2cd-edfc-4057-be10-75858098c663" providerId="ADAL" clId="{DD587564-A78D-4561-8E64-C12CF1DF9BAA}" dt="2026-04-08T09:49:37.281" v="887"/>
          <ac:spMkLst>
            <pc:docMk/>
            <pc:sldMk cId="3339190847" sldId="315"/>
            <ac:spMk id="6" creationId="{22DA87EF-5A11-463F-9B60-2B8DA2D16BEF}"/>
          </ac:spMkLst>
        </pc:spChg>
        <pc:spChg chg="add mod">
          <ac:chgData name="Josué Silva de Morais" userId="f406c2cd-edfc-4057-be10-75858098c663" providerId="ADAL" clId="{DD587564-A78D-4561-8E64-C12CF1DF9BAA}" dt="2026-04-08T09:49:37.284" v="891"/>
          <ac:spMkLst>
            <pc:docMk/>
            <pc:sldMk cId="3339190847" sldId="315"/>
            <ac:spMk id="7" creationId="{52348B64-7626-4A8E-BFE4-3E257C445D94}"/>
          </ac:spMkLst>
        </pc:spChg>
        <pc:spChg chg="add mod">
          <ac:chgData name="Josué Silva de Morais" userId="f406c2cd-edfc-4057-be10-75858098c663" providerId="ADAL" clId="{DD587564-A78D-4561-8E64-C12CF1DF9BAA}" dt="2026-04-08T09:49:37.292" v="902"/>
          <ac:spMkLst>
            <pc:docMk/>
            <pc:sldMk cId="3339190847" sldId="315"/>
            <ac:spMk id="8" creationId="{E43D10AA-4B40-4135-8EE2-038A2BD2D35C}"/>
          </ac:spMkLst>
        </pc:spChg>
        <pc:spChg chg="add mod">
          <ac:chgData name="Josué Silva de Morais" userId="f406c2cd-edfc-4057-be10-75858098c663" providerId="ADAL" clId="{DD587564-A78D-4561-8E64-C12CF1DF9BAA}" dt="2026-04-08T09:49:37.300" v="913"/>
          <ac:spMkLst>
            <pc:docMk/>
            <pc:sldMk cId="3339190847" sldId="315"/>
            <ac:spMk id="9" creationId="{73E79D79-5DF8-404B-A287-A5318D78C5D1}"/>
          </ac:spMkLst>
        </pc:spChg>
        <pc:spChg chg="add mod">
          <ac:chgData name="Josué Silva de Morais" userId="f406c2cd-edfc-4057-be10-75858098c663" providerId="ADAL" clId="{DD587564-A78D-4561-8E64-C12CF1DF9BAA}" dt="2026-04-08T09:49:37.306" v="924"/>
          <ac:spMkLst>
            <pc:docMk/>
            <pc:sldMk cId="3339190847" sldId="315"/>
            <ac:spMk id="10" creationId="{0E5A7B91-87AA-4800-A916-F8967F0974F5}"/>
          </ac:spMkLst>
        </pc:spChg>
        <pc:spChg chg="add mod">
          <ac:chgData name="Josué Silva de Morais" userId="f406c2cd-edfc-4057-be10-75858098c663" providerId="ADAL" clId="{DD587564-A78D-4561-8E64-C12CF1DF9BAA}" dt="2026-04-08T09:49:37.315" v="935"/>
          <ac:spMkLst>
            <pc:docMk/>
            <pc:sldMk cId="3339190847" sldId="315"/>
            <ac:spMk id="11" creationId="{491C9EBA-3245-4A7E-96DB-84874B57C383}"/>
          </ac:spMkLst>
        </pc:spChg>
      </pc:sldChg>
      <pc:sldChg chg="add">
        <pc:chgData name="Josué Silva de Morais" userId="f406c2cd-edfc-4057-be10-75858098c663" providerId="ADAL" clId="{DD587564-A78D-4561-8E64-C12CF1DF9BAA}" dt="2026-04-08T09:50:00.265" v="937"/>
        <pc:sldMkLst>
          <pc:docMk/>
          <pc:sldMk cId="2028620039" sldId="316"/>
        </pc:sldMkLst>
      </pc:sldChg>
      <pc:sldChg chg="addSp modSp new del mod ord">
        <pc:chgData name="Josué Silva de Morais" userId="f406c2cd-edfc-4057-be10-75858098c663" providerId="ADAL" clId="{DD587564-A78D-4561-8E64-C12CF1DF9BAA}" dt="2026-04-08T09:51:08.657" v="1106"/>
        <pc:sldMkLst>
          <pc:docMk/>
          <pc:sldMk cId="509631126" sldId="317"/>
        </pc:sldMkLst>
        <pc:spChg chg="add mod">
          <ac:chgData name="Josué Silva de Morais" userId="f406c2cd-edfc-4057-be10-75858098c663" providerId="ADAL" clId="{DD587564-A78D-4561-8E64-C12CF1DF9BAA}" dt="2026-04-08T09:50:27.285" v="942"/>
          <ac:spMkLst>
            <pc:docMk/>
            <pc:sldMk cId="509631126" sldId="317"/>
            <ac:spMk id="2" creationId="{FC043BCE-8DAF-436D-9DF8-235A8BA40447}"/>
          </ac:spMkLst>
        </pc:spChg>
        <pc:spChg chg="add mod">
          <ac:chgData name="Josué Silva de Morais" userId="f406c2cd-edfc-4057-be10-75858098c663" providerId="ADAL" clId="{DD587564-A78D-4561-8E64-C12CF1DF9BAA}" dt="2026-04-08T09:50:27.288" v="945"/>
          <ac:spMkLst>
            <pc:docMk/>
            <pc:sldMk cId="509631126" sldId="317"/>
            <ac:spMk id="3" creationId="{F8A3AD6D-5A3B-4144-9FFD-ED62AA4C2964}"/>
          </ac:spMkLst>
        </pc:spChg>
        <pc:spChg chg="add mod">
          <ac:chgData name="Josué Silva de Morais" userId="f406c2cd-edfc-4057-be10-75858098c663" providerId="ADAL" clId="{DD587564-A78D-4561-8E64-C12CF1DF9BAA}" dt="2026-04-08T09:50:27.291" v="950"/>
          <ac:spMkLst>
            <pc:docMk/>
            <pc:sldMk cId="509631126" sldId="317"/>
            <ac:spMk id="4" creationId="{A83962EB-6E17-4D27-A62F-8C5C7D8BE6FE}"/>
          </ac:spMkLst>
        </pc:spChg>
        <pc:spChg chg="add mod">
          <ac:chgData name="Josué Silva de Morais" userId="f406c2cd-edfc-4057-be10-75858098c663" providerId="ADAL" clId="{DD587564-A78D-4561-8E64-C12CF1DF9BAA}" dt="2026-04-08T09:50:27.292" v="953"/>
          <ac:spMkLst>
            <pc:docMk/>
            <pc:sldMk cId="509631126" sldId="317"/>
            <ac:spMk id="5" creationId="{D57B2008-F565-484D-B9F6-4B79A1F0806F}"/>
          </ac:spMkLst>
        </pc:spChg>
        <pc:spChg chg="add mod">
          <ac:chgData name="Josué Silva de Morais" userId="f406c2cd-edfc-4057-be10-75858098c663" providerId="ADAL" clId="{DD587564-A78D-4561-8E64-C12CF1DF9BAA}" dt="2026-04-08T09:50:27.295" v="957"/>
          <ac:spMkLst>
            <pc:docMk/>
            <pc:sldMk cId="509631126" sldId="317"/>
            <ac:spMk id="6" creationId="{CB73FA3C-F69A-4826-BF13-10609A15E5BB}"/>
          </ac:spMkLst>
        </pc:spChg>
        <pc:spChg chg="add mod">
          <ac:chgData name="Josué Silva de Morais" userId="f406c2cd-edfc-4057-be10-75858098c663" providerId="ADAL" clId="{DD587564-A78D-4561-8E64-C12CF1DF9BAA}" dt="2026-04-08T09:50:27.297" v="961"/>
          <ac:spMkLst>
            <pc:docMk/>
            <pc:sldMk cId="509631126" sldId="317"/>
            <ac:spMk id="7" creationId="{E77CF393-4D67-47FA-BE24-A7F70C3244FA}"/>
          </ac:spMkLst>
        </pc:spChg>
        <pc:spChg chg="add mod">
          <ac:chgData name="Josué Silva de Morais" userId="f406c2cd-edfc-4057-be10-75858098c663" providerId="ADAL" clId="{DD587564-A78D-4561-8E64-C12CF1DF9BAA}" dt="2026-04-08T09:50:27.300" v="965"/>
          <ac:spMkLst>
            <pc:docMk/>
            <pc:sldMk cId="509631126" sldId="317"/>
            <ac:spMk id="8" creationId="{11B71C66-F75D-43D5-A30F-209CF558B688}"/>
          </ac:spMkLst>
        </pc:spChg>
        <pc:spChg chg="add mod">
          <ac:chgData name="Josué Silva de Morais" userId="f406c2cd-edfc-4057-be10-75858098c663" providerId="ADAL" clId="{DD587564-A78D-4561-8E64-C12CF1DF9BAA}" dt="2026-04-08T09:50:27.303" v="969"/>
          <ac:spMkLst>
            <pc:docMk/>
            <pc:sldMk cId="509631126" sldId="317"/>
            <ac:spMk id="9" creationId="{CA4CA2A2-D3A8-446C-BDF5-1B7F826AFB7B}"/>
          </ac:spMkLst>
        </pc:spChg>
        <pc:spChg chg="add mod">
          <ac:chgData name="Josué Silva de Morais" userId="f406c2cd-edfc-4057-be10-75858098c663" providerId="ADAL" clId="{DD587564-A78D-4561-8E64-C12CF1DF9BAA}" dt="2026-04-08T09:50:27.305" v="973"/>
          <ac:spMkLst>
            <pc:docMk/>
            <pc:sldMk cId="509631126" sldId="317"/>
            <ac:spMk id="10" creationId="{0027076F-883F-4989-B251-6FC5113EC3B2}"/>
          </ac:spMkLst>
        </pc:spChg>
        <pc:spChg chg="add mod">
          <ac:chgData name="Josué Silva de Morais" userId="f406c2cd-edfc-4057-be10-75858098c663" providerId="ADAL" clId="{DD587564-A78D-4561-8E64-C12CF1DF9BAA}" dt="2026-04-08T09:50:27.308" v="977"/>
          <ac:spMkLst>
            <pc:docMk/>
            <pc:sldMk cId="509631126" sldId="317"/>
            <ac:spMk id="11" creationId="{2AD5C965-B204-4386-8DCE-78B5522C240B}"/>
          </ac:spMkLst>
        </pc:spChg>
        <pc:spChg chg="add mod">
          <ac:chgData name="Josué Silva de Morais" userId="f406c2cd-edfc-4057-be10-75858098c663" providerId="ADAL" clId="{DD587564-A78D-4561-8E64-C12CF1DF9BAA}" dt="2026-04-08T09:50:27.311" v="981"/>
          <ac:spMkLst>
            <pc:docMk/>
            <pc:sldMk cId="509631126" sldId="317"/>
            <ac:spMk id="12" creationId="{00F3F85A-B60D-4787-909E-7584BDAEB843}"/>
          </ac:spMkLst>
        </pc:spChg>
        <pc:spChg chg="add mod">
          <ac:chgData name="Josué Silva de Morais" userId="f406c2cd-edfc-4057-be10-75858098c663" providerId="ADAL" clId="{DD587564-A78D-4561-8E64-C12CF1DF9BAA}" dt="2026-04-08T09:50:27.314" v="985"/>
          <ac:spMkLst>
            <pc:docMk/>
            <pc:sldMk cId="509631126" sldId="317"/>
            <ac:spMk id="13" creationId="{2877CBBA-0677-44DD-AB08-451A3F220DC1}"/>
          </ac:spMkLst>
        </pc:spChg>
        <pc:spChg chg="add mod">
          <ac:chgData name="Josué Silva de Morais" userId="f406c2cd-edfc-4057-be10-75858098c663" providerId="ADAL" clId="{DD587564-A78D-4561-8E64-C12CF1DF9BAA}" dt="2026-04-08T09:50:27.316" v="989"/>
          <ac:spMkLst>
            <pc:docMk/>
            <pc:sldMk cId="509631126" sldId="317"/>
            <ac:spMk id="14" creationId="{72E307EE-2F10-416D-A72B-416034318EF1}"/>
          </ac:spMkLst>
        </pc:spChg>
        <pc:spChg chg="add mod">
          <ac:chgData name="Josué Silva de Morais" userId="f406c2cd-edfc-4057-be10-75858098c663" providerId="ADAL" clId="{DD587564-A78D-4561-8E64-C12CF1DF9BAA}" dt="2026-04-08T09:50:27.319" v="993"/>
          <ac:spMkLst>
            <pc:docMk/>
            <pc:sldMk cId="509631126" sldId="317"/>
            <ac:spMk id="15" creationId="{81B3524C-624E-41A3-B712-6D4E4BC56D3F}"/>
          </ac:spMkLst>
        </pc:spChg>
        <pc:spChg chg="add mod">
          <ac:chgData name="Josué Silva de Morais" userId="f406c2cd-edfc-4057-be10-75858098c663" providerId="ADAL" clId="{DD587564-A78D-4561-8E64-C12CF1DF9BAA}" dt="2026-04-08T09:50:27.322" v="997"/>
          <ac:spMkLst>
            <pc:docMk/>
            <pc:sldMk cId="509631126" sldId="317"/>
            <ac:spMk id="16" creationId="{15378B74-B373-41FA-BE92-E8D332CF1C30}"/>
          </ac:spMkLst>
        </pc:spChg>
        <pc:spChg chg="add mod">
          <ac:chgData name="Josué Silva de Morais" userId="f406c2cd-edfc-4057-be10-75858098c663" providerId="ADAL" clId="{DD587564-A78D-4561-8E64-C12CF1DF9BAA}" dt="2026-04-08T09:50:27.325" v="1001"/>
          <ac:spMkLst>
            <pc:docMk/>
            <pc:sldMk cId="509631126" sldId="317"/>
            <ac:spMk id="17" creationId="{B298751B-C8A2-4D22-9482-2297EC592920}"/>
          </ac:spMkLst>
        </pc:spChg>
        <pc:spChg chg="add mod">
          <ac:chgData name="Josué Silva de Morais" userId="f406c2cd-edfc-4057-be10-75858098c663" providerId="ADAL" clId="{DD587564-A78D-4561-8E64-C12CF1DF9BAA}" dt="2026-04-08T09:50:27.328" v="1005"/>
          <ac:spMkLst>
            <pc:docMk/>
            <pc:sldMk cId="509631126" sldId="317"/>
            <ac:spMk id="18" creationId="{F92715F5-1FA6-471F-A63E-4A96E2A05F26}"/>
          </ac:spMkLst>
        </pc:spChg>
        <pc:spChg chg="add mod">
          <ac:chgData name="Josué Silva de Morais" userId="f406c2cd-edfc-4057-be10-75858098c663" providerId="ADAL" clId="{DD587564-A78D-4561-8E64-C12CF1DF9BAA}" dt="2026-04-08T09:50:27.331" v="1009"/>
          <ac:spMkLst>
            <pc:docMk/>
            <pc:sldMk cId="509631126" sldId="317"/>
            <ac:spMk id="19" creationId="{899A3F14-6611-4777-A200-C71AF2F2B40B}"/>
          </ac:spMkLst>
        </pc:spChg>
        <pc:spChg chg="add mod">
          <ac:chgData name="Josué Silva de Morais" userId="f406c2cd-edfc-4057-be10-75858098c663" providerId="ADAL" clId="{DD587564-A78D-4561-8E64-C12CF1DF9BAA}" dt="2026-04-08T09:50:27.334" v="1013"/>
          <ac:spMkLst>
            <pc:docMk/>
            <pc:sldMk cId="509631126" sldId="317"/>
            <ac:spMk id="20" creationId="{F5270B18-E76F-4913-B78E-B10A88236797}"/>
          </ac:spMkLst>
        </pc:spChg>
        <pc:spChg chg="add mod">
          <ac:chgData name="Josué Silva de Morais" userId="f406c2cd-edfc-4057-be10-75858098c663" providerId="ADAL" clId="{DD587564-A78D-4561-8E64-C12CF1DF9BAA}" dt="2026-04-08T09:50:27.336" v="1017"/>
          <ac:spMkLst>
            <pc:docMk/>
            <pc:sldMk cId="509631126" sldId="317"/>
            <ac:spMk id="21" creationId="{F768DC46-1B99-40DE-84DD-63B4008D1FB7}"/>
          </ac:spMkLst>
        </pc:spChg>
        <pc:spChg chg="add mod">
          <ac:chgData name="Josué Silva de Morais" userId="f406c2cd-edfc-4057-be10-75858098c663" providerId="ADAL" clId="{DD587564-A78D-4561-8E64-C12CF1DF9BAA}" dt="2026-04-08T09:50:27.338" v="1021"/>
          <ac:spMkLst>
            <pc:docMk/>
            <pc:sldMk cId="509631126" sldId="317"/>
            <ac:spMk id="22" creationId="{C3F7D479-A5B5-4805-AE30-C657FA538C98}"/>
          </ac:spMkLst>
        </pc:spChg>
        <pc:spChg chg="add mod">
          <ac:chgData name="Josué Silva de Morais" userId="f406c2cd-edfc-4057-be10-75858098c663" providerId="ADAL" clId="{DD587564-A78D-4561-8E64-C12CF1DF9BAA}" dt="2026-04-08T09:50:27.341" v="1025"/>
          <ac:spMkLst>
            <pc:docMk/>
            <pc:sldMk cId="509631126" sldId="317"/>
            <ac:spMk id="23" creationId="{0992C0B2-1210-407F-8605-B6AE5154DD63}"/>
          </ac:spMkLst>
        </pc:spChg>
        <pc:spChg chg="add mod">
          <ac:chgData name="Josué Silva de Morais" userId="f406c2cd-edfc-4057-be10-75858098c663" providerId="ADAL" clId="{DD587564-A78D-4561-8E64-C12CF1DF9BAA}" dt="2026-04-08T09:50:27.344" v="1028"/>
          <ac:spMkLst>
            <pc:docMk/>
            <pc:sldMk cId="509631126" sldId="317"/>
            <ac:spMk id="24" creationId="{40E85D24-81D8-4F9B-8860-044F29C95AE8}"/>
          </ac:spMkLst>
        </pc:spChg>
        <pc:spChg chg="add mod">
          <ac:chgData name="Josué Silva de Morais" userId="f406c2cd-edfc-4057-be10-75858098c663" providerId="ADAL" clId="{DD587564-A78D-4561-8E64-C12CF1DF9BAA}" dt="2026-04-08T09:50:27.346" v="1031"/>
          <ac:spMkLst>
            <pc:docMk/>
            <pc:sldMk cId="509631126" sldId="317"/>
            <ac:spMk id="25" creationId="{7FE2F09C-90C1-47CA-B26A-158F0CA26507}"/>
          </ac:spMkLst>
        </pc:spChg>
        <pc:spChg chg="add mod">
          <ac:chgData name="Josué Silva de Morais" userId="f406c2cd-edfc-4057-be10-75858098c663" providerId="ADAL" clId="{DD587564-A78D-4561-8E64-C12CF1DF9BAA}" dt="2026-04-08T09:50:27.349" v="1034"/>
          <ac:spMkLst>
            <pc:docMk/>
            <pc:sldMk cId="509631126" sldId="317"/>
            <ac:spMk id="26" creationId="{862C3AB4-3BE7-43BA-B0D4-F9B5756D5F5D}"/>
          </ac:spMkLst>
        </pc:spChg>
        <pc:spChg chg="add mod">
          <ac:chgData name="Josué Silva de Morais" userId="f406c2cd-edfc-4057-be10-75858098c663" providerId="ADAL" clId="{DD587564-A78D-4561-8E64-C12CF1DF9BAA}" dt="2026-04-08T09:50:27.351" v="1037"/>
          <ac:spMkLst>
            <pc:docMk/>
            <pc:sldMk cId="509631126" sldId="317"/>
            <ac:spMk id="27" creationId="{04681EBD-EA92-4A4E-A23C-5CA733A14E5A}"/>
          </ac:spMkLst>
        </pc:spChg>
        <pc:spChg chg="add mod">
          <ac:chgData name="Josué Silva de Morais" userId="f406c2cd-edfc-4057-be10-75858098c663" providerId="ADAL" clId="{DD587564-A78D-4561-8E64-C12CF1DF9BAA}" dt="2026-04-08T09:50:27.355" v="1042"/>
          <ac:spMkLst>
            <pc:docMk/>
            <pc:sldMk cId="509631126" sldId="317"/>
            <ac:spMk id="28" creationId="{C4236863-3565-497A-955C-5DEA89869BA4}"/>
          </ac:spMkLst>
        </pc:spChg>
        <pc:spChg chg="add mod">
          <ac:chgData name="Josué Silva de Morais" userId="f406c2cd-edfc-4057-be10-75858098c663" providerId="ADAL" clId="{DD587564-A78D-4561-8E64-C12CF1DF9BAA}" dt="2026-04-08T09:50:27.357" v="1045"/>
          <ac:spMkLst>
            <pc:docMk/>
            <pc:sldMk cId="509631126" sldId="317"/>
            <ac:spMk id="29" creationId="{6D3BDE30-0DDF-4F8E-9A56-825C4DBB917D}"/>
          </ac:spMkLst>
        </pc:spChg>
        <pc:spChg chg="add mod">
          <ac:chgData name="Josué Silva de Morais" userId="f406c2cd-edfc-4057-be10-75858098c663" providerId="ADAL" clId="{DD587564-A78D-4561-8E64-C12CF1DF9BAA}" dt="2026-04-08T09:50:27.360" v="1049"/>
          <ac:spMkLst>
            <pc:docMk/>
            <pc:sldMk cId="509631126" sldId="317"/>
            <ac:spMk id="30" creationId="{4B13DB14-DE24-4E64-A056-3F5055EB33CD}"/>
          </ac:spMkLst>
        </pc:spChg>
        <pc:spChg chg="add mod">
          <ac:chgData name="Josué Silva de Morais" userId="f406c2cd-edfc-4057-be10-75858098c663" providerId="ADAL" clId="{DD587564-A78D-4561-8E64-C12CF1DF9BAA}" dt="2026-04-08T09:50:27.364" v="1053"/>
          <ac:spMkLst>
            <pc:docMk/>
            <pc:sldMk cId="509631126" sldId="317"/>
            <ac:spMk id="31" creationId="{A8026F11-7B6F-4DF6-A8D6-8AD7C424E31E}"/>
          </ac:spMkLst>
        </pc:spChg>
        <pc:spChg chg="add mod">
          <ac:chgData name="Josué Silva de Morais" userId="f406c2cd-edfc-4057-be10-75858098c663" providerId="ADAL" clId="{DD587564-A78D-4561-8E64-C12CF1DF9BAA}" dt="2026-04-08T09:50:27.366" v="1057"/>
          <ac:spMkLst>
            <pc:docMk/>
            <pc:sldMk cId="509631126" sldId="317"/>
            <ac:spMk id="32" creationId="{99C046C7-5411-4F44-83A2-FA81968E06B8}"/>
          </ac:spMkLst>
        </pc:spChg>
        <pc:spChg chg="add mod">
          <ac:chgData name="Josué Silva de Morais" userId="f406c2cd-edfc-4057-be10-75858098c663" providerId="ADAL" clId="{DD587564-A78D-4561-8E64-C12CF1DF9BAA}" dt="2026-04-08T09:50:27.369" v="1060"/>
          <ac:spMkLst>
            <pc:docMk/>
            <pc:sldMk cId="509631126" sldId="317"/>
            <ac:spMk id="33" creationId="{5B047153-75D0-4385-8492-E035A5522472}"/>
          </ac:spMkLst>
        </pc:spChg>
        <pc:spChg chg="add mod">
          <ac:chgData name="Josué Silva de Morais" userId="f406c2cd-edfc-4057-be10-75858098c663" providerId="ADAL" clId="{DD587564-A78D-4561-8E64-C12CF1DF9BAA}" dt="2026-04-08T09:50:27.371" v="1063"/>
          <ac:spMkLst>
            <pc:docMk/>
            <pc:sldMk cId="509631126" sldId="317"/>
            <ac:spMk id="34" creationId="{4C327B87-673D-4D1B-9B3E-186657324764}"/>
          </ac:spMkLst>
        </pc:spChg>
        <pc:spChg chg="add mod">
          <ac:chgData name="Josué Silva de Morais" userId="f406c2cd-edfc-4057-be10-75858098c663" providerId="ADAL" clId="{DD587564-A78D-4561-8E64-C12CF1DF9BAA}" dt="2026-04-08T09:50:27.374" v="1068"/>
          <ac:spMkLst>
            <pc:docMk/>
            <pc:sldMk cId="509631126" sldId="317"/>
            <ac:spMk id="35" creationId="{FC9A800C-DCD6-411C-A14E-A7846FACC5B4}"/>
          </ac:spMkLst>
        </pc:spChg>
        <pc:spChg chg="add mod">
          <ac:chgData name="Josué Silva de Morais" userId="f406c2cd-edfc-4057-be10-75858098c663" providerId="ADAL" clId="{DD587564-A78D-4561-8E64-C12CF1DF9BAA}" dt="2026-04-08T09:50:27.377" v="1071"/>
          <ac:spMkLst>
            <pc:docMk/>
            <pc:sldMk cId="509631126" sldId="317"/>
            <ac:spMk id="36" creationId="{68A0DF11-5F44-4D5B-AD94-0F15E23C14FC}"/>
          </ac:spMkLst>
        </pc:spChg>
        <pc:spChg chg="add mod">
          <ac:chgData name="Josué Silva de Morais" userId="f406c2cd-edfc-4057-be10-75858098c663" providerId="ADAL" clId="{DD587564-A78D-4561-8E64-C12CF1DF9BAA}" dt="2026-04-08T09:50:27.379" v="1074"/>
          <ac:spMkLst>
            <pc:docMk/>
            <pc:sldMk cId="509631126" sldId="317"/>
            <ac:spMk id="37" creationId="{FD218BF0-BE64-4BA0-A219-E968D37F8FCD}"/>
          </ac:spMkLst>
        </pc:spChg>
        <pc:spChg chg="add mod">
          <ac:chgData name="Josué Silva de Morais" userId="f406c2cd-edfc-4057-be10-75858098c663" providerId="ADAL" clId="{DD587564-A78D-4561-8E64-C12CF1DF9BAA}" dt="2026-04-08T09:50:27.383" v="1079"/>
          <ac:spMkLst>
            <pc:docMk/>
            <pc:sldMk cId="509631126" sldId="317"/>
            <ac:spMk id="38" creationId="{FB68CE72-E96E-45CA-8964-8ECBF569119B}"/>
          </ac:spMkLst>
        </pc:spChg>
        <pc:spChg chg="add mod">
          <ac:chgData name="Josué Silva de Morais" userId="f406c2cd-edfc-4057-be10-75858098c663" providerId="ADAL" clId="{DD587564-A78D-4561-8E64-C12CF1DF9BAA}" dt="2026-04-08T09:50:27.385" v="1082"/>
          <ac:spMkLst>
            <pc:docMk/>
            <pc:sldMk cId="509631126" sldId="317"/>
            <ac:spMk id="39" creationId="{84F41DA5-3F7D-4F17-9B52-20610B3CEB6D}"/>
          </ac:spMkLst>
        </pc:spChg>
        <pc:spChg chg="add mod">
          <ac:chgData name="Josué Silva de Morais" userId="f406c2cd-edfc-4057-be10-75858098c663" providerId="ADAL" clId="{DD587564-A78D-4561-8E64-C12CF1DF9BAA}" dt="2026-04-08T09:50:27.387" v="1085"/>
          <ac:spMkLst>
            <pc:docMk/>
            <pc:sldMk cId="509631126" sldId="317"/>
            <ac:spMk id="40" creationId="{5568A669-8893-42A2-9C2A-78203BC2627B}"/>
          </ac:spMkLst>
        </pc:spChg>
        <pc:spChg chg="add mod">
          <ac:chgData name="Josué Silva de Morais" userId="f406c2cd-edfc-4057-be10-75858098c663" providerId="ADAL" clId="{DD587564-A78D-4561-8E64-C12CF1DF9BAA}" dt="2026-04-08T09:50:27.389" v="1090"/>
          <ac:spMkLst>
            <pc:docMk/>
            <pc:sldMk cId="509631126" sldId="317"/>
            <ac:spMk id="41" creationId="{C63BC6EC-C0FD-4F2E-BE4E-EBF49BE5CF22}"/>
          </ac:spMkLst>
        </pc:spChg>
        <pc:spChg chg="add mod">
          <ac:chgData name="Josué Silva de Morais" userId="f406c2cd-edfc-4057-be10-75858098c663" providerId="ADAL" clId="{DD587564-A78D-4561-8E64-C12CF1DF9BAA}" dt="2026-04-08T09:50:27.391" v="1093"/>
          <ac:spMkLst>
            <pc:docMk/>
            <pc:sldMk cId="509631126" sldId="317"/>
            <ac:spMk id="42" creationId="{2E21B24C-BE8E-4EC6-B9E3-4EE872481EE7}"/>
          </ac:spMkLst>
        </pc:spChg>
        <pc:spChg chg="add mod">
          <ac:chgData name="Josué Silva de Morais" userId="f406c2cd-edfc-4057-be10-75858098c663" providerId="ADAL" clId="{DD587564-A78D-4561-8E64-C12CF1DF9BAA}" dt="2026-04-08T09:50:27.394" v="1096"/>
          <ac:spMkLst>
            <pc:docMk/>
            <pc:sldMk cId="509631126" sldId="317"/>
            <ac:spMk id="43" creationId="{AF9BC4C4-2EE5-4A38-A824-D0FE0B69B3B3}"/>
          </ac:spMkLst>
        </pc:spChg>
        <pc:spChg chg="add mod">
          <ac:chgData name="Josué Silva de Morais" userId="f406c2cd-edfc-4057-be10-75858098c663" providerId="ADAL" clId="{DD587564-A78D-4561-8E64-C12CF1DF9BAA}" dt="2026-04-08T09:50:27.396" v="1100"/>
          <ac:spMkLst>
            <pc:docMk/>
            <pc:sldMk cId="509631126" sldId="317"/>
            <ac:spMk id="44" creationId="{93C8F6E7-7AC8-4545-AE6F-D965288415B0}"/>
          </ac:spMkLst>
        </pc:spChg>
        <pc:spChg chg="add mod">
          <ac:chgData name="Josué Silva de Morais" userId="f406c2cd-edfc-4057-be10-75858098c663" providerId="ADAL" clId="{DD587564-A78D-4561-8E64-C12CF1DF9BAA}" dt="2026-04-08T09:50:27.399" v="1103"/>
          <ac:spMkLst>
            <pc:docMk/>
            <pc:sldMk cId="509631126" sldId="317"/>
            <ac:spMk id="45" creationId="{BB0F371E-1B76-43BE-AD81-F5F7E872272D}"/>
          </ac:spMkLst>
        </pc:spChg>
      </pc:sldChg>
      <pc:sldChg chg="modSp add mod">
        <pc:chgData name="Josué Silva de Morais" userId="f406c2cd-edfc-4057-be10-75858098c663" providerId="ADAL" clId="{DD587564-A78D-4561-8E64-C12CF1DF9BAA}" dt="2026-04-08T09:54:05.458" v="1166" actId="14100"/>
        <pc:sldMkLst>
          <pc:docMk/>
          <pc:sldMk cId="710472314" sldId="318"/>
        </pc:sldMkLst>
        <pc:spChg chg="mod">
          <ac:chgData name="Josué Silva de Morais" userId="f406c2cd-edfc-4057-be10-75858098c663" providerId="ADAL" clId="{DD587564-A78D-4561-8E64-C12CF1DF9BAA}" dt="2026-04-08T09:54:05.458" v="1166" actId="14100"/>
          <ac:spMkLst>
            <pc:docMk/>
            <pc:sldMk cId="710472314" sldId="318"/>
            <ac:spMk id="5" creationId="{D57B2008-F565-484D-B9F6-4B79A1F0806F}"/>
          </ac:spMkLst>
        </pc:spChg>
      </pc:sldChg>
      <pc:sldChg chg="addSp modSp new del mod ord">
        <pc:chgData name="Josué Silva de Morais" userId="f406c2cd-edfc-4057-be10-75858098c663" providerId="ADAL" clId="{DD587564-A78D-4561-8E64-C12CF1DF9BAA}" dt="2026-04-08T09:53:11.370" v="1164"/>
        <pc:sldMkLst>
          <pc:docMk/>
          <pc:sldMk cId="630847433" sldId="319"/>
        </pc:sldMkLst>
        <pc:spChg chg="add mod">
          <ac:chgData name="Josué Silva de Morais" userId="f406c2cd-edfc-4057-be10-75858098c663" providerId="ADAL" clId="{DD587564-A78D-4561-8E64-C12CF1DF9BAA}" dt="2026-04-08T09:51:44.499" v="1110"/>
          <ac:spMkLst>
            <pc:docMk/>
            <pc:sldMk cId="630847433" sldId="319"/>
            <ac:spMk id="2" creationId="{6B220033-8ABB-4939-B61A-A260A631B272}"/>
          </ac:spMkLst>
        </pc:spChg>
        <pc:spChg chg="add mod">
          <ac:chgData name="Josué Silva de Morais" userId="f406c2cd-edfc-4057-be10-75858098c663" providerId="ADAL" clId="{DD587564-A78D-4561-8E64-C12CF1DF9BAA}" dt="2026-04-08T09:51:44.502" v="1113"/>
          <ac:spMkLst>
            <pc:docMk/>
            <pc:sldMk cId="630847433" sldId="319"/>
            <ac:spMk id="3" creationId="{6CDAFFF6-6673-47ED-8AE0-EF142BCEB015}"/>
          </ac:spMkLst>
        </pc:spChg>
        <pc:spChg chg="add mod">
          <ac:chgData name="Josué Silva de Morais" userId="f406c2cd-edfc-4057-be10-75858098c663" providerId="ADAL" clId="{DD587564-A78D-4561-8E64-C12CF1DF9BAA}" dt="2026-04-08T09:51:44.505" v="1118"/>
          <ac:spMkLst>
            <pc:docMk/>
            <pc:sldMk cId="630847433" sldId="319"/>
            <ac:spMk id="4" creationId="{6219CC13-D438-479A-9DEE-7C055BA342DE}"/>
          </ac:spMkLst>
        </pc:spChg>
        <pc:spChg chg="add mod">
          <ac:chgData name="Josué Silva de Morais" userId="f406c2cd-edfc-4057-be10-75858098c663" providerId="ADAL" clId="{DD587564-A78D-4561-8E64-C12CF1DF9BAA}" dt="2026-04-08T09:51:44.508" v="1121"/>
          <ac:spMkLst>
            <pc:docMk/>
            <pc:sldMk cId="630847433" sldId="319"/>
            <ac:spMk id="5" creationId="{74AFBF59-88D9-408B-A099-EFA63EBECA82}"/>
          </ac:spMkLst>
        </pc:spChg>
        <pc:spChg chg="add mod">
          <ac:chgData name="Josué Silva de Morais" userId="f406c2cd-edfc-4057-be10-75858098c663" providerId="ADAL" clId="{DD587564-A78D-4561-8E64-C12CF1DF9BAA}" dt="2026-04-08T09:51:44.510" v="1125"/>
          <ac:spMkLst>
            <pc:docMk/>
            <pc:sldMk cId="630847433" sldId="319"/>
            <ac:spMk id="6" creationId="{18D562DC-EF65-42C9-8657-8BA227544D8F}"/>
          </ac:spMkLst>
        </pc:spChg>
        <pc:spChg chg="add mod">
          <ac:chgData name="Josué Silva de Morais" userId="f406c2cd-edfc-4057-be10-75858098c663" providerId="ADAL" clId="{DD587564-A78D-4561-8E64-C12CF1DF9BAA}" dt="2026-04-08T09:51:44.513" v="1128"/>
          <ac:spMkLst>
            <pc:docMk/>
            <pc:sldMk cId="630847433" sldId="319"/>
            <ac:spMk id="7" creationId="{DD7A72EC-6725-4372-9695-055083B28A7C}"/>
          </ac:spMkLst>
        </pc:spChg>
        <pc:spChg chg="add mod">
          <ac:chgData name="Josué Silva de Morais" userId="f406c2cd-edfc-4057-be10-75858098c663" providerId="ADAL" clId="{DD587564-A78D-4561-8E64-C12CF1DF9BAA}" dt="2026-04-08T09:51:44.516" v="1133"/>
          <ac:spMkLst>
            <pc:docMk/>
            <pc:sldMk cId="630847433" sldId="319"/>
            <ac:spMk id="8" creationId="{E8F9B2C0-F845-43B4-A212-2F6699F3749C}"/>
          </ac:spMkLst>
        </pc:spChg>
        <pc:spChg chg="add mod">
          <ac:chgData name="Josué Silva de Morais" userId="f406c2cd-edfc-4057-be10-75858098c663" providerId="ADAL" clId="{DD587564-A78D-4561-8E64-C12CF1DF9BAA}" dt="2026-04-08T09:51:44.518" v="1136"/>
          <ac:spMkLst>
            <pc:docMk/>
            <pc:sldMk cId="630847433" sldId="319"/>
            <ac:spMk id="9" creationId="{E08B974A-8C79-4E62-965A-88E59240CB26}"/>
          </ac:spMkLst>
        </pc:spChg>
        <pc:spChg chg="add mod">
          <ac:chgData name="Josué Silva de Morais" userId="f406c2cd-edfc-4057-be10-75858098c663" providerId="ADAL" clId="{DD587564-A78D-4561-8E64-C12CF1DF9BAA}" dt="2026-04-08T09:51:44.521" v="1140"/>
          <ac:spMkLst>
            <pc:docMk/>
            <pc:sldMk cId="630847433" sldId="319"/>
            <ac:spMk id="10" creationId="{71F08F98-6791-4AF5-B88F-7BF439BBADBF}"/>
          </ac:spMkLst>
        </pc:spChg>
        <pc:spChg chg="add mod">
          <ac:chgData name="Josué Silva de Morais" userId="f406c2cd-edfc-4057-be10-75858098c663" providerId="ADAL" clId="{DD587564-A78D-4561-8E64-C12CF1DF9BAA}" dt="2026-04-08T09:51:44.524" v="1143"/>
          <ac:spMkLst>
            <pc:docMk/>
            <pc:sldMk cId="630847433" sldId="319"/>
            <ac:spMk id="11" creationId="{991650FD-3A80-4953-8EA7-8C1CC3451148}"/>
          </ac:spMkLst>
        </pc:spChg>
        <pc:spChg chg="add mod">
          <ac:chgData name="Josué Silva de Morais" userId="f406c2cd-edfc-4057-be10-75858098c663" providerId="ADAL" clId="{DD587564-A78D-4561-8E64-C12CF1DF9BAA}" dt="2026-04-08T09:51:44.527" v="1148"/>
          <ac:spMkLst>
            <pc:docMk/>
            <pc:sldMk cId="630847433" sldId="319"/>
            <ac:spMk id="12" creationId="{7358B4E5-C2DE-483D-9AA6-44421450F295}"/>
          </ac:spMkLst>
        </pc:spChg>
        <pc:spChg chg="add mod">
          <ac:chgData name="Josué Silva de Morais" userId="f406c2cd-edfc-4057-be10-75858098c663" providerId="ADAL" clId="{DD587564-A78D-4561-8E64-C12CF1DF9BAA}" dt="2026-04-08T09:51:44.530" v="1151"/>
          <ac:spMkLst>
            <pc:docMk/>
            <pc:sldMk cId="630847433" sldId="319"/>
            <ac:spMk id="13" creationId="{C940121F-7DF6-4429-A0FC-107758673206}"/>
          </ac:spMkLst>
        </pc:spChg>
        <pc:spChg chg="add mod">
          <ac:chgData name="Josué Silva de Morais" userId="f406c2cd-edfc-4057-be10-75858098c663" providerId="ADAL" clId="{DD587564-A78D-4561-8E64-C12CF1DF9BAA}" dt="2026-04-08T09:51:44.533" v="1154"/>
          <ac:spMkLst>
            <pc:docMk/>
            <pc:sldMk cId="630847433" sldId="319"/>
            <ac:spMk id="14" creationId="{805E65E9-5116-471C-A8C7-0F4406F4FC71}"/>
          </ac:spMkLst>
        </pc:spChg>
        <pc:spChg chg="add mod">
          <ac:chgData name="Josué Silva de Morais" userId="f406c2cd-edfc-4057-be10-75858098c663" providerId="ADAL" clId="{DD587564-A78D-4561-8E64-C12CF1DF9BAA}" dt="2026-04-08T09:51:44.536" v="1158"/>
          <ac:spMkLst>
            <pc:docMk/>
            <pc:sldMk cId="630847433" sldId="319"/>
            <ac:spMk id="15" creationId="{7E89EA99-5CEF-4A5A-AE1E-56A2A1C1B735}"/>
          </ac:spMkLst>
        </pc:spChg>
        <pc:spChg chg="add mod">
          <ac:chgData name="Josué Silva de Morais" userId="f406c2cd-edfc-4057-be10-75858098c663" providerId="ADAL" clId="{DD587564-A78D-4561-8E64-C12CF1DF9BAA}" dt="2026-04-08T09:51:44.538" v="1161"/>
          <ac:spMkLst>
            <pc:docMk/>
            <pc:sldMk cId="630847433" sldId="319"/>
            <ac:spMk id="16" creationId="{2DB4A425-EFEC-4C2F-889B-37060B757142}"/>
          </ac:spMkLst>
        </pc:spChg>
      </pc:sldChg>
      <pc:sldChg chg="add">
        <pc:chgData name="Josué Silva de Morais" userId="f406c2cd-edfc-4057-be10-75858098c663" providerId="ADAL" clId="{DD587564-A78D-4561-8E64-C12CF1DF9BAA}" dt="2026-04-08T09:53:11.365" v="1163"/>
        <pc:sldMkLst>
          <pc:docMk/>
          <pc:sldMk cId="598183202" sldId="32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B1920-26A1-EF30-C106-399E0D8F9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1F6194-4812-2BF1-2841-0B00774E7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FB7B85-1C97-5128-EDB3-74668ADE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96D78A-978D-D161-4A19-AB94ACF64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9FBF75-FD87-9147-8A87-A1EE8BC4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5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F1812-8823-EF63-972D-5D58F1A1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A33A63-EA86-908A-65EA-A768F75BA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C5DF80-E993-B6CB-9405-C877CDDE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CCCEF5-FE37-EF09-DFDA-D5613BB4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4F9553-A15E-3B1F-6A81-302B5A84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484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CFA010-EB0C-65EC-EA82-ECC6505E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0808DFF-FC4C-4AFF-D057-427655609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3EE3A3-10D3-7229-ADFF-F6433E006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4B5A80-7812-673D-E68E-CEC78FE59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42E5FA-8198-3EAE-64B3-C3E67B44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404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36329-F55A-ACDA-AE26-16F90147F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E5DAAD-AAF0-98AE-AE17-BA57F0EA14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7A3B5D-7ACB-4B43-ADF7-98E55052C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F8A46E-8CCE-14E3-AE27-4E5684EF3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38BB531-B00C-6DDD-02A6-76F7CCB7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915FA33-03FB-95C7-F41E-89F083B3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025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74435-2D0A-76F5-7DF7-065233F7B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6519CA-3D6F-5966-4411-068F5AA3B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BA9B08D-9979-B8C7-8F6E-64B509C51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B020303-6E5B-55B4-6C55-8C83A4BDA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64BD45-C972-6E24-1DDD-386034DF8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63E9AD-C78E-CEA7-766B-5A2AFC8CE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80CD90-6E70-32C3-E09D-8B9C43583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BD25C5-B0E3-0441-CBDF-50F53910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52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81DA8-59EC-ECB4-F2BA-822C18EE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4FE3162-616D-74B0-1719-70347D4A9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52D2E1E-4078-A411-CB04-E18B994DD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F5EA0DE-1F63-5DA6-69C0-491F56003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6332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A3B767-9925-7CAE-5A81-34C100B83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18FDAA-8DAC-591F-33BF-F276AF48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9F1F5B-59EE-5F85-E0EB-114CE33E5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65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D82E6-552E-7146-563E-3651155CE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E1509F-CCE5-3053-43C1-7A121559E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4E545F-AE57-6A0A-62C5-76D0813BB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9EE26B-0833-A3FA-73E3-B5B3C203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53A7EF-9A97-EE90-79D2-C63C5139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9685AB-74A4-A5C9-0832-652A98FC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6394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D6E44-F991-2E54-D40E-1AE11EF6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4ADD2E8-53FD-8C62-A7F6-D47740F7C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67E412A-820F-F58A-9C2F-B6009F964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7F7033-E590-0E4A-F0C4-C495F297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32BBE-C848-312B-EE29-B64443821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C5A591-8FBF-CFD8-B9C3-B426D621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5513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81BB9-686F-96F8-D9BA-59BBC30DF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C8146F-BBE5-9061-45B6-BA87DE1FE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365A06-9604-AA33-369B-E7D50B24C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4EDA64-CAAA-CF71-BD07-F4C5DAB8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77A89E-4D63-621E-88BE-2AACD2CB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26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8E8166-4C51-575D-BEB6-DEAC952D7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F94C49-4AEF-9514-69B2-C7198C770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DBC5AFC-299D-D442-61AA-A6D3A6DE1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E4B5F3-5B98-199A-527B-4FEBAEC4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29958D-09DA-FEC0-741D-65362822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3477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A2E"/>
            </a:gs>
            <a:gs pos="100000">
              <a:srgbClr val="0F0F1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204F5F-7905-342E-0333-24D001AF8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649581-076C-B7EF-A8A9-0E52E9D59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7901C-8DB4-C615-0058-84D45C9BE8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928A89-D669-4151-BD54-852472D6EDC2}" type="datetimeFigureOut">
              <a:rPr lang="pt-BR" smtClean="0"/>
              <a:t>08/04/2026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409ED9-9FAC-839A-0092-7109F240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AB7FBD-48FB-DDAE-3948-555572518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BA3E1-C799-40AA-A7CD-C3F907CF0E05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AccentLine"/>
          <p:cNvSpPr/>
          <p:nvPr/>
        </p:nvSpPr>
        <p:spPr>
          <a:xfrm>
            <a:off x="0" y="6583680"/>
            <a:ext cx="12192000" cy="45720"/>
          </a:xfrm>
          <a:prstGeom prst="rect">
            <a:avLst/>
          </a:prstGeom>
          <a:gradFill>
            <a:gsLst>
              <a:gs pos="0">
                <a:srgbClr val="00D9FF">
                  <a:alpha val="0"/>
                </a:srgbClr>
              </a:gs>
              <a:gs pos="50000">
                <a:srgbClr val="00D9FF"/>
              </a:gs>
              <a:gs pos="100000">
                <a:srgbClr val="7C4DFF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CornerAccent"/>
          <p:cNvSpPr/>
          <p:nvPr/>
        </p:nvSpPr>
        <p:spPr>
          <a:xfrm rot="5400000">
            <a:off x="11277600" y="-457200"/>
            <a:ext cx="1371600" cy="1371600"/>
          </a:xfrm>
          <a:prstGeom prst="rtTriangle">
            <a:avLst/>
          </a:prstGeom>
          <a:solidFill>
            <a:srgbClr val="00D9FF">
              <a:alpha val="12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5270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D0D0D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D0D0D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D0D0D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D0D0D0"/>
          </a:solidFill>
          <a:latin typeface="+mn-lt"/>
          <a:ea typeface="+mn-ea"/>
          <a:cs typeface="+mn-cs"/>
        </a:defRPr>
      </a:lvl9pPr>
    </p:bodyStyle>
    <p:otherStyle>
      <a:defPPr>
        <a:defRPr lang="pt-BR">
          <a:solidFill>
            <a:srgbClr val="D0D0D0"/>
          </a:solidFill>
        </a:defRPr>
      </a:defPPr>
      <a:lvl1pPr marL="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D0D0D0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8B49FC2-46D0-41EB-91EA-695023C0E7ED}"/>
              </a:ext>
            </a:extLst>
          </p:cNvPr>
          <p:cNvSpPr txBox="1"/>
          <p:nvPr/>
        </p:nvSpPr>
        <p:spPr>
          <a:xfrm>
            <a:off x="1016000" y="1778000"/>
            <a:ext cx="10160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4000" b="1">
                <a:solidFill>
                  <a:srgbClr val="F0F0F0"/>
                </a:solidFill>
              </a:rPr>
              <a:t>GPIO, Pull-up/Pull-down
&amp; Debounce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2389C3A-4645-4C4E-B00B-D1ED7163C157}"/>
              </a:ext>
            </a:extLst>
          </p:cNvPr>
          <p:cNvSpPr txBox="1"/>
          <p:nvPr/>
        </p:nvSpPr>
        <p:spPr>
          <a:xfrm>
            <a:off x="1524000" y="3937000"/>
            <a:ext cx="914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000">
                <a:solidFill>
                  <a:srgbClr val="B0BEC5"/>
                </a:solidFill>
              </a:rPr>
              <a:t>Fundamentos de Eletrônica Digital Aplicada à ESP32</a:t>
            </a:r>
          </a:p>
        </p:txBody>
      </p:sp>
      <p:sp>
        <p:nvSpPr>
          <p:cNvPr id="4" name="Pill0">
            <a:extLst>
              <a:ext uri="{FF2B5EF4-FFF2-40B4-BE49-F238E27FC236}">
                <a16:creationId xmlns:a16="http://schemas.microsoft.com/office/drawing/2014/main" id="{A17831A9-04F3-4574-BC3D-DADDF4A3C53A}"/>
              </a:ext>
            </a:extLst>
          </p:cNvPr>
          <p:cNvSpPr/>
          <p:nvPr/>
        </p:nvSpPr>
        <p:spPr>
          <a:xfrm>
            <a:off x="3149600" y="5334000"/>
            <a:ext cx="1016000" cy="76200"/>
          </a:xfrm>
          <a:prstGeom prst="roundRect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Pill1">
            <a:extLst>
              <a:ext uri="{FF2B5EF4-FFF2-40B4-BE49-F238E27FC236}">
                <a16:creationId xmlns:a16="http://schemas.microsoft.com/office/drawing/2014/main" id="{6D36F5DB-A511-44F7-9006-5FC8E6FCDA09}"/>
              </a:ext>
            </a:extLst>
          </p:cNvPr>
          <p:cNvSpPr/>
          <p:nvPr/>
        </p:nvSpPr>
        <p:spPr>
          <a:xfrm>
            <a:off x="4368800" y="5334000"/>
            <a:ext cx="1016000" cy="76200"/>
          </a:xfrm>
          <a:prstGeom prst="round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Pill2">
            <a:extLst>
              <a:ext uri="{FF2B5EF4-FFF2-40B4-BE49-F238E27FC236}">
                <a16:creationId xmlns:a16="http://schemas.microsoft.com/office/drawing/2014/main" id="{CC50E221-FA78-4DC2-BE9B-F7E0E23A01CE}"/>
              </a:ext>
            </a:extLst>
          </p:cNvPr>
          <p:cNvSpPr/>
          <p:nvPr/>
        </p:nvSpPr>
        <p:spPr>
          <a:xfrm>
            <a:off x="5588000" y="5334000"/>
            <a:ext cx="1016000" cy="76200"/>
          </a:xfrm>
          <a:prstGeom prst="round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Pill3">
            <a:extLst>
              <a:ext uri="{FF2B5EF4-FFF2-40B4-BE49-F238E27FC236}">
                <a16:creationId xmlns:a16="http://schemas.microsoft.com/office/drawing/2014/main" id="{46128AF2-39F4-4EA7-94F6-8616FA2B119B}"/>
              </a:ext>
            </a:extLst>
          </p:cNvPr>
          <p:cNvSpPr/>
          <p:nvPr/>
        </p:nvSpPr>
        <p:spPr>
          <a:xfrm>
            <a:off x="6807200" y="5334000"/>
            <a:ext cx="1016000" cy="762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Pill4">
            <a:extLst>
              <a:ext uri="{FF2B5EF4-FFF2-40B4-BE49-F238E27FC236}">
                <a16:creationId xmlns:a16="http://schemas.microsoft.com/office/drawing/2014/main" id="{B3FC0317-87BE-466F-A3A9-252DD0940A62}"/>
              </a:ext>
            </a:extLst>
          </p:cNvPr>
          <p:cNvSpPr/>
          <p:nvPr/>
        </p:nvSpPr>
        <p:spPr>
          <a:xfrm>
            <a:off x="8026400" y="5334000"/>
            <a:ext cx="1016000" cy="76200"/>
          </a:xfrm>
          <a:prstGeom prst="roundRect">
            <a:avLst/>
          </a:prstGeom>
          <a:solidFill>
            <a:srgbClr val="FFD5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ChipBg">
            <a:extLst>
              <a:ext uri="{FF2B5EF4-FFF2-40B4-BE49-F238E27FC236}">
                <a16:creationId xmlns:a16="http://schemas.microsoft.com/office/drawing/2014/main" id="{D194F819-58A6-4759-959B-D4CE1050C81E}"/>
              </a:ext>
            </a:extLst>
          </p:cNvPr>
          <p:cNvSpPr/>
          <p:nvPr/>
        </p:nvSpPr>
        <p:spPr>
          <a:xfrm>
            <a:off x="5588000" y="889000"/>
            <a:ext cx="1016000" cy="698500"/>
          </a:xfrm>
          <a:prstGeom prst="roundRect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Pin0">
            <a:extLst>
              <a:ext uri="{FF2B5EF4-FFF2-40B4-BE49-F238E27FC236}">
                <a16:creationId xmlns:a16="http://schemas.microsoft.com/office/drawing/2014/main" id="{B834C809-760D-4CFA-BFA0-75F351D9606D}"/>
              </a:ext>
            </a:extLst>
          </p:cNvPr>
          <p:cNvSpPr/>
          <p:nvPr/>
        </p:nvSpPr>
        <p:spPr>
          <a:xfrm>
            <a:off x="5461000" y="990600"/>
            <a:ext cx="152400" cy="38100"/>
          </a:xfrm>
          <a:prstGeom prst="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Pin1">
            <a:extLst>
              <a:ext uri="{FF2B5EF4-FFF2-40B4-BE49-F238E27FC236}">
                <a16:creationId xmlns:a16="http://schemas.microsoft.com/office/drawing/2014/main" id="{DDF28894-3AB4-480F-969C-377B6BA8E2A7}"/>
              </a:ext>
            </a:extLst>
          </p:cNvPr>
          <p:cNvSpPr/>
          <p:nvPr/>
        </p:nvSpPr>
        <p:spPr>
          <a:xfrm>
            <a:off x="5461000" y="1143000"/>
            <a:ext cx="152400" cy="38100"/>
          </a:xfrm>
          <a:prstGeom prst="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Pin2">
            <a:extLst>
              <a:ext uri="{FF2B5EF4-FFF2-40B4-BE49-F238E27FC236}">
                <a16:creationId xmlns:a16="http://schemas.microsoft.com/office/drawing/2014/main" id="{9208CCE1-1641-4C68-BA16-581184A793DB}"/>
              </a:ext>
            </a:extLst>
          </p:cNvPr>
          <p:cNvSpPr/>
          <p:nvPr/>
        </p:nvSpPr>
        <p:spPr>
          <a:xfrm>
            <a:off x="5461000" y="1295400"/>
            <a:ext cx="152400" cy="38100"/>
          </a:xfrm>
          <a:prstGeom prst="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Pin3">
            <a:extLst>
              <a:ext uri="{FF2B5EF4-FFF2-40B4-BE49-F238E27FC236}">
                <a16:creationId xmlns:a16="http://schemas.microsoft.com/office/drawing/2014/main" id="{5804A8E9-87BB-49FC-9398-5177C1E59052}"/>
              </a:ext>
            </a:extLst>
          </p:cNvPr>
          <p:cNvSpPr/>
          <p:nvPr/>
        </p:nvSpPr>
        <p:spPr>
          <a:xfrm>
            <a:off x="5461000" y="1447800"/>
            <a:ext cx="152400" cy="38100"/>
          </a:xfrm>
          <a:prstGeom prst="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Pin4">
            <a:extLst>
              <a:ext uri="{FF2B5EF4-FFF2-40B4-BE49-F238E27FC236}">
                <a16:creationId xmlns:a16="http://schemas.microsoft.com/office/drawing/2014/main" id="{32D9D0B2-5290-4168-882D-75CD0CE73A91}"/>
              </a:ext>
            </a:extLst>
          </p:cNvPr>
          <p:cNvSpPr/>
          <p:nvPr/>
        </p:nvSpPr>
        <p:spPr>
          <a:xfrm>
            <a:off x="6578600" y="990600"/>
            <a:ext cx="152400" cy="38100"/>
          </a:xfrm>
          <a:prstGeom prst="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Pin5">
            <a:extLst>
              <a:ext uri="{FF2B5EF4-FFF2-40B4-BE49-F238E27FC236}">
                <a16:creationId xmlns:a16="http://schemas.microsoft.com/office/drawing/2014/main" id="{1445C5D2-EDBE-49E5-A056-4213255BE866}"/>
              </a:ext>
            </a:extLst>
          </p:cNvPr>
          <p:cNvSpPr/>
          <p:nvPr/>
        </p:nvSpPr>
        <p:spPr>
          <a:xfrm>
            <a:off x="6578600" y="1143000"/>
            <a:ext cx="152400" cy="38100"/>
          </a:xfrm>
          <a:prstGeom prst="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Pin6">
            <a:extLst>
              <a:ext uri="{FF2B5EF4-FFF2-40B4-BE49-F238E27FC236}">
                <a16:creationId xmlns:a16="http://schemas.microsoft.com/office/drawing/2014/main" id="{342B8C86-0543-4CE2-B740-C5FB86417608}"/>
              </a:ext>
            </a:extLst>
          </p:cNvPr>
          <p:cNvSpPr/>
          <p:nvPr/>
        </p:nvSpPr>
        <p:spPr>
          <a:xfrm>
            <a:off x="6578600" y="1295400"/>
            <a:ext cx="152400" cy="38100"/>
          </a:xfrm>
          <a:prstGeom prst="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Pin7">
            <a:extLst>
              <a:ext uri="{FF2B5EF4-FFF2-40B4-BE49-F238E27FC236}">
                <a16:creationId xmlns:a16="http://schemas.microsoft.com/office/drawing/2014/main" id="{7E2E534B-3B74-47AA-A336-8E7CB00AC89E}"/>
              </a:ext>
            </a:extLst>
          </p:cNvPr>
          <p:cNvSpPr/>
          <p:nvPr/>
        </p:nvSpPr>
        <p:spPr>
          <a:xfrm>
            <a:off x="6578600" y="1447800"/>
            <a:ext cx="152400" cy="38100"/>
          </a:xfrm>
          <a:prstGeom prst="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ChipLabel">
            <a:extLst>
              <a:ext uri="{FF2B5EF4-FFF2-40B4-BE49-F238E27FC236}">
                <a16:creationId xmlns:a16="http://schemas.microsoft.com/office/drawing/2014/main" id="{0D6F3625-1E41-4D59-9FB3-AC3D7FDB7E9F}"/>
              </a:ext>
            </a:extLst>
          </p:cNvPr>
          <p:cNvSpPr txBox="1"/>
          <p:nvPr/>
        </p:nvSpPr>
        <p:spPr>
          <a:xfrm>
            <a:off x="5588000" y="1041400"/>
            <a:ext cx="1016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ESP32</a:t>
            </a:r>
          </a:p>
        </p:txBody>
      </p:sp>
      <p:sp>
        <p:nvSpPr>
          <p:cNvPr id="19" name="ModuleLabel">
            <a:extLst>
              <a:ext uri="{FF2B5EF4-FFF2-40B4-BE49-F238E27FC236}">
                <a16:creationId xmlns:a16="http://schemas.microsoft.com/office/drawing/2014/main" id="{ECFA613C-4E74-4CB9-AE12-E3A267D1CBA3}"/>
              </a:ext>
            </a:extLst>
          </p:cNvPr>
          <p:cNvSpPr txBox="1"/>
          <p:nvPr/>
        </p:nvSpPr>
        <p:spPr>
          <a:xfrm>
            <a:off x="2540000" y="4699000"/>
            <a:ext cx="711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>
                <a:solidFill>
                  <a:srgbClr val="00D9FF"/>
                </a:solidFill>
              </a:rPr>
              <a:t>PlatformIO + ESP32 — Aula Prática</a:t>
            </a:r>
          </a:p>
        </p:txBody>
      </p:sp>
    </p:spTree>
    <p:extLst>
      <p:ext uri="{BB962C8B-B14F-4D97-AF65-F5344CB8AC3E}">
        <p14:creationId xmlns:p14="http://schemas.microsoft.com/office/powerpoint/2010/main" val="3588505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CDB22206-8C8B-4B6A-9E84-7386D6C2E421}"/>
              </a:ext>
            </a:extLst>
          </p:cNvPr>
          <p:cNvSpPr/>
          <p:nvPr/>
        </p:nvSpPr>
        <p:spPr>
          <a:xfrm>
            <a:off x="457200" y="1600200"/>
            <a:ext cx="76200" cy="1828800"/>
          </a:xfrm>
          <a:prstGeom prst="rect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SectionNum">
            <a:extLst>
              <a:ext uri="{FF2B5EF4-FFF2-40B4-BE49-F238E27FC236}">
                <a16:creationId xmlns:a16="http://schemas.microsoft.com/office/drawing/2014/main" id="{06505525-F6AF-487F-AEC8-6A10ECE34A15}"/>
              </a:ext>
            </a:extLst>
          </p:cNvPr>
          <p:cNvSpPr txBox="1"/>
          <p:nvPr/>
        </p:nvSpPr>
        <p:spPr>
          <a:xfrm>
            <a:off x="685800" y="1524000"/>
            <a:ext cx="18288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5400" b="1" dirty="0">
                <a:solidFill>
                  <a:srgbClr val="7C4DFF">
                    <a:alpha val="30000"/>
                  </a:srgbClr>
                </a:solidFill>
              </a:rPr>
              <a:t>01</a:t>
            </a:r>
          </a:p>
        </p:txBody>
      </p:sp>
      <p:sp>
        <p:nvSpPr>
          <p:cNvPr id="4" name="SectionTitle">
            <a:extLst>
              <a:ext uri="{FF2B5EF4-FFF2-40B4-BE49-F238E27FC236}">
                <a16:creationId xmlns:a16="http://schemas.microsoft.com/office/drawing/2014/main" id="{80F70FA2-569D-44FC-89BB-C7151319CF7C}"/>
              </a:ext>
            </a:extLst>
          </p:cNvPr>
          <p:cNvSpPr txBox="1"/>
          <p:nvPr/>
        </p:nvSpPr>
        <p:spPr>
          <a:xfrm>
            <a:off x="685800" y="2133600"/>
            <a:ext cx="73152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3200" b="1" dirty="0">
                <a:solidFill>
                  <a:srgbClr val="F0F0F0"/>
                </a:solidFill>
              </a:rPr>
              <a:t>Fundamentos de GPIO</a:t>
            </a:r>
          </a:p>
        </p:txBody>
      </p:sp>
      <p:sp>
        <p:nvSpPr>
          <p:cNvPr id="5" name="SectionDesc">
            <a:extLst>
              <a:ext uri="{FF2B5EF4-FFF2-40B4-BE49-F238E27FC236}">
                <a16:creationId xmlns:a16="http://schemas.microsoft.com/office/drawing/2014/main" id="{B6B7EFE6-7366-4B5E-AF7A-0074AE9ACBD0}"/>
              </a:ext>
            </a:extLst>
          </p:cNvPr>
          <p:cNvSpPr txBox="1"/>
          <p:nvPr/>
        </p:nvSpPr>
        <p:spPr>
          <a:xfrm>
            <a:off x="685800" y="2819400"/>
            <a:ext cx="73152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800" dirty="0">
                <a:solidFill>
                  <a:srgbClr val="B0BEC5"/>
                </a:solidFill>
              </a:rPr>
              <a:t>Entradas, saídas, níveis lógicos e configuração na ESP32</a:t>
            </a:r>
          </a:p>
        </p:txBody>
      </p:sp>
      <p:sp>
        <p:nvSpPr>
          <p:cNvPr id="6" name="DecoCircle1">
            <a:extLst>
              <a:ext uri="{FF2B5EF4-FFF2-40B4-BE49-F238E27FC236}">
                <a16:creationId xmlns:a16="http://schemas.microsoft.com/office/drawing/2014/main" id="{7DBCB947-38B0-449A-BFA0-0E26E9164ECB}"/>
              </a:ext>
            </a:extLst>
          </p:cNvPr>
          <p:cNvSpPr/>
          <p:nvPr/>
        </p:nvSpPr>
        <p:spPr>
          <a:xfrm>
            <a:off x="8686800" y="762000"/>
            <a:ext cx="2286000" cy="2286000"/>
          </a:xfrm>
          <a:solidFill>
            <a:srgbClr val="00D9FF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DecoCircle2">
            <a:extLst>
              <a:ext uri="{FF2B5EF4-FFF2-40B4-BE49-F238E27FC236}">
                <a16:creationId xmlns:a16="http://schemas.microsoft.com/office/drawing/2014/main" id="{6A80E8B7-09B8-4B09-B9A0-6368BE7C024A}"/>
              </a:ext>
            </a:extLst>
          </p:cNvPr>
          <p:cNvSpPr/>
          <p:nvPr/>
        </p:nvSpPr>
        <p:spPr>
          <a:xfrm>
            <a:off x="9601200" y="2743200"/>
            <a:ext cx="1524000" cy="1524000"/>
          </a:xfrm>
          <a:solidFill>
            <a:srgbClr val="7C4DFF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Pill0">
            <a:extLst>
              <a:ext uri="{FF2B5EF4-FFF2-40B4-BE49-F238E27FC236}">
                <a16:creationId xmlns:a16="http://schemas.microsoft.com/office/drawing/2014/main" id="{9688A8EE-36AD-40EF-922C-4DA8A7506BB7}"/>
              </a:ext>
            </a:extLst>
          </p:cNvPr>
          <p:cNvSpPr/>
          <p:nvPr/>
        </p:nvSpPr>
        <p:spPr>
          <a:xfrm>
            <a:off x="685800" y="3657600"/>
            <a:ext cx="1371600" cy="381000"/>
          </a:xfrm>
          <a:prstGeom prst="roundRect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INPUT</a:t>
            </a:r>
          </a:p>
        </p:txBody>
      </p:sp>
      <p:sp>
        <p:nvSpPr>
          <p:cNvPr id="9" name="Pill1">
            <a:extLst>
              <a:ext uri="{FF2B5EF4-FFF2-40B4-BE49-F238E27FC236}">
                <a16:creationId xmlns:a16="http://schemas.microsoft.com/office/drawing/2014/main" id="{6A307A3D-2978-4A82-9F06-E3969E91FF44}"/>
              </a:ext>
            </a:extLst>
          </p:cNvPr>
          <p:cNvSpPr/>
          <p:nvPr/>
        </p:nvSpPr>
        <p:spPr>
          <a:xfrm>
            <a:off x="2209800" y="3657600"/>
            <a:ext cx="1371600" cy="381000"/>
          </a:xfrm>
          <a:prstGeom prst="round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0" name="Pill2">
            <a:extLst>
              <a:ext uri="{FF2B5EF4-FFF2-40B4-BE49-F238E27FC236}">
                <a16:creationId xmlns:a16="http://schemas.microsoft.com/office/drawing/2014/main" id="{1A1DB9D9-1F78-4205-88AC-DF3C4240E366}"/>
              </a:ext>
            </a:extLst>
          </p:cNvPr>
          <p:cNvSpPr/>
          <p:nvPr/>
        </p:nvSpPr>
        <p:spPr>
          <a:xfrm>
            <a:off x="3733800" y="3657600"/>
            <a:ext cx="1371600" cy="381000"/>
          </a:xfrm>
          <a:prstGeom prst="round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HIGH/LOW</a:t>
            </a:r>
          </a:p>
        </p:txBody>
      </p:sp>
      <p:sp>
        <p:nvSpPr>
          <p:cNvPr id="11" name="Pill3">
            <a:extLst>
              <a:ext uri="{FF2B5EF4-FFF2-40B4-BE49-F238E27FC236}">
                <a16:creationId xmlns:a16="http://schemas.microsoft.com/office/drawing/2014/main" id="{7B692209-2388-4C32-8A03-3357BBD9EB0A}"/>
              </a:ext>
            </a:extLst>
          </p:cNvPr>
          <p:cNvSpPr/>
          <p:nvPr/>
        </p:nvSpPr>
        <p:spPr>
          <a:xfrm>
            <a:off x="5257800" y="3657600"/>
            <a:ext cx="1371600" cy="381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ESP32</a:t>
            </a:r>
          </a:p>
        </p:txBody>
      </p:sp>
    </p:spTree>
    <p:extLst>
      <p:ext uri="{BB962C8B-B14F-4D97-AF65-F5344CB8AC3E}">
        <p14:creationId xmlns:p14="http://schemas.microsoft.com/office/powerpoint/2010/main" val="1044170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6276E5A-B115-4EE3-BE0D-F57790380423}"/>
              </a:ext>
            </a:extLst>
          </p:cNvPr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400" b="1" dirty="0">
                <a:solidFill>
                  <a:srgbClr val="F0F0F0"/>
                </a:solidFill>
              </a:rPr>
              <a:t>O que é </a:t>
            </a:r>
            <a:r>
              <a:rPr lang="pt-BR" sz="2400" b="1" dirty="0">
                <a:solidFill>
                  <a:srgbClr val="00D9FF"/>
                </a:solidFill>
              </a:rPr>
              <a:t>GPIO</a:t>
            </a:r>
            <a:r>
              <a:rPr lang="pt-BR" sz="2400" b="1" dirty="0">
                <a:solidFill>
                  <a:srgbClr val="F0F0F0"/>
                </a:solidFill>
              </a:rPr>
              <a:t>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47F1A15-46AC-4ABC-A696-8A6735D2FCCA}"/>
              </a:ext>
            </a:extLst>
          </p:cNvPr>
          <p:cNvSpPr txBox="1"/>
          <p:nvPr/>
        </p:nvSpPr>
        <p:spPr>
          <a:xfrm>
            <a:off x="457200" y="685800"/>
            <a:ext cx="1016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dirty="0">
                <a:solidFill>
                  <a:srgbClr val="B0BEC5"/>
                </a:solidFill>
              </a:rPr>
              <a:t>General Purpose Input/Output — Pinos de uso geral do microcontrolador</a:t>
            </a:r>
          </a:p>
        </p:txBody>
      </p:sp>
      <p:sp>
        <p:nvSpPr>
          <p:cNvPr id="4" name="CardInputBg">
            <a:extLst>
              <a:ext uri="{FF2B5EF4-FFF2-40B4-BE49-F238E27FC236}">
                <a16:creationId xmlns:a16="http://schemas.microsoft.com/office/drawing/2014/main" id="{C1B12DCB-3EC1-46A5-8CBE-C67AD769174A}"/>
              </a:ext>
            </a:extLst>
          </p:cNvPr>
          <p:cNvSpPr/>
          <p:nvPr/>
        </p:nvSpPr>
        <p:spPr>
          <a:xfrm>
            <a:off x="457200" y="1219200"/>
            <a:ext cx="3556000" cy="2540000"/>
          </a:xfrm>
          <a:prstGeom prst="roundRect">
            <a:avLst/>
          </a:prstGeom>
          <a:solidFill>
            <a:srgbClr val="16213E"/>
          </a:solidFill>
          <a:ln w="25400" cap="flat" cmpd="sng" algn="ctr">
            <a:solidFill>
              <a:srgbClr val="00D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InputIcon">
            <a:extLst>
              <a:ext uri="{FF2B5EF4-FFF2-40B4-BE49-F238E27FC236}">
                <a16:creationId xmlns:a16="http://schemas.microsoft.com/office/drawing/2014/main" id="{4682B4D7-537B-4738-9C42-508643C43071}"/>
              </a:ext>
            </a:extLst>
          </p:cNvPr>
          <p:cNvSpPr/>
          <p:nvPr/>
        </p:nvSpPr>
        <p:spPr>
          <a:xfrm>
            <a:off x="1854200" y="1371600"/>
            <a:ext cx="558800" cy="558800"/>
          </a:xfrm>
          <a:prstGeom prst="ellipse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6" name="InputTitle">
            <a:extLst>
              <a:ext uri="{FF2B5EF4-FFF2-40B4-BE49-F238E27FC236}">
                <a16:creationId xmlns:a16="http://schemas.microsoft.com/office/drawing/2014/main" id="{22EB3EA4-B3F8-4F6C-95D1-DAD1549048E9}"/>
              </a:ext>
            </a:extLst>
          </p:cNvPr>
          <p:cNvSpPr txBox="1"/>
          <p:nvPr/>
        </p:nvSpPr>
        <p:spPr>
          <a:xfrm>
            <a:off x="584200" y="20066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pt-BR" sz="1600" b="1" dirty="0">
                <a:solidFill>
                  <a:srgbClr val="00D9FF"/>
                </a:solidFill>
              </a:rPr>
              <a:t>INPUT (Entrada)</a:t>
            </a:r>
          </a:p>
        </p:txBody>
      </p:sp>
      <p:sp>
        <p:nvSpPr>
          <p:cNvPr id="7" name="InputDesc">
            <a:extLst>
              <a:ext uri="{FF2B5EF4-FFF2-40B4-BE49-F238E27FC236}">
                <a16:creationId xmlns:a16="http://schemas.microsoft.com/office/drawing/2014/main" id="{3098A664-C41E-4A88-A587-EE2F1412FFC3}"/>
              </a:ext>
            </a:extLst>
          </p:cNvPr>
          <p:cNvSpPr txBox="1"/>
          <p:nvPr/>
        </p:nvSpPr>
        <p:spPr>
          <a:xfrm>
            <a:off x="584200" y="2362200"/>
            <a:ext cx="330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pt-BR" sz="1400" dirty="0">
                <a:solidFill>
                  <a:srgbClr val="B0BEC5"/>
                </a:solidFill>
              </a:rPr>
              <a:t>Lê sinais externos:
botões, sensores,
chaves</a:t>
            </a:r>
          </a:p>
        </p:txBody>
      </p:sp>
      <p:sp>
        <p:nvSpPr>
          <p:cNvPr id="8" name="CardOutputBg">
            <a:extLst>
              <a:ext uri="{FF2B5EF4-FFF2-40B4-BE49-F238E27FC236}">
                <a16:creationId xmlns:a16="http://schemas.microsoft.com/office/drawing/2014/main" id="{A328C82F-FC38-44F2-8603-7CAE9E3BA3FD}"/>
              </a:ext>
            </a:extLst>
          </p:cNvPr>
          <p:cNvSpPr/>
          <p:nvPr/>
        </p:nvSpPr>
        <p:spPr>
          <a:xfrm>
            <a:off x="4318000" y="1219200"/>
            <a:ext cx="3556000" cy="2540000"/>
          </a:xfrm>
          <a:prstGeom prst="roundRect">
            <a:avLst/>
          </a:prstGeom>
          <a:solidFill>
            <a:srgbClr val="16213E"/>
          </a:solidFill>
          <a:ln w="25400" cap="flat" cmpd="sng" algn="ctr">
            <a:solidFill>
              <a:srgbClr val="7C4D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OutputIcon">
            <a:extLst>
              <a:ext uri="{FF2B5EF4-FFF2-40B4-BE49-F238E27FC236}">
                <a16:creationId xmlns:a16="http://schemas.microsoft.com/office/drawing/2014/main" id="{9A3ABE1E-2CC5-450E-B494-6156374C0BFE}"/>
              </a:ext>
            </a:extLst>
          </p:cNvPr>
          <p:cNvSpPr/>
          <p:nvPr/>
        </p:nvSpPr>
        <p:spPr>
          <a:xfrm>
            <a:off x="5715000" y="1371600"/>
            <a:ext cx="558800" cy="558800"/>
          </a:xfrm>
          <a:prstGeom prst="ellipse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OutputTitle">
            <a:extLst>
              <a:ext uri="{FF2B5EF4-FFF2-40B4-BE49-F238E27FC236}">
                <a16:creationId xmlns:a16="http://schemas.microsoft.com/office/drawing/2014/main" id="{9B745CED-19F6-48AB-912B-13CF0D1D4AF4}"/>
              </a:ext>
            </a:extLst>
          </p:cNvPr>
          <p:cNvSpPr txBox="1"/>
          <p:nvPr/>
        </p:nvSpPr>
        <p:spPr>
          <a:xfrm>
            <a:off x="4445000" y="20066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pt-BR" sz="1600" b="1" dirty="0">
                <a:solidFill>
                  <a:srgbClr val="7C4DFF"/>
                </a:solidFill>
              </a:rPr>
              <a:t>OUTPUT (Saída)</a:t>
            </a:r>
          </a:p>
        </p:txBody>
      </p:sp>
      <p:sp>
        <p:nvSpPr>
          <p:cNvPr id="11" name="OutputDesc">
            <a:extLst>
              <a:ext uri="{FF2B5EF4-FFF2-40B4-BE49-F238E27FC236}">
                <a16:creationId xmlns:a16="http://schemas.microsoft.com/office/drawing/2014/main" id="{0D6C477B-7D4A-4BE1-8628-A1AC05ECABB6}"/>
              </a:ext>
            </a:extLst>
          </p:cNvPr>
          <p:cNvSpPr txBox="1"/>
          <p:nvPr/>
        </p:nvSpPr>
        <p:spPr>
          <a:xfrm>
            <a:off x="4445000" y="2362200"/>
            <a:ext cx="330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pt-BR" sz="1400" dirty="0">
                <a:solidFill>
                  <a:srgbClr val="B0BEC5"/>
                </a:solidFill>
              </a:rPr>
              <a:t>Controla dispositivos:
LEDs, relés, motores,
buzzers</a:t>
            </a:r>
          </a:p>
        </p:txBody>
      </p:sp>
      <p:sp>
        <p:nvSpPr>
          <p:cNvPr id="12" name="CardLevelBg">
            <a:extLst>
              <a:ext uri="{FF2B5EF4-FFF2-40B4-BE49-F238E27FC236}">
                <a16:creationId xmlns:a16="http://schemas.microsoft.com/office/drawing/2014/main" id="{C7A1EE62-3B0D-492E-8FD1-E9B657B59BE6}"/>
              </a:ext>
            </a:extLst>
          </p:cNvPr>
          <p:cNvSpPr/>
          <p:nvPr/>
        </p:nvSpPr>
        <p:spPr>
          <a:xfrm>
            <a:off x="8178800" y="1219200"/>
            <a:ext cx="3556000" cy="2540000"/>
          </a:xfrm>
          <a:prstGeom prst="roundRect">
            <a:avLst/>
          </a:prstGeom>
          <a:solidFill>
            <a:srgbClr val="16213E"/>
          </a:solidFill>
          <a:ln w="25400" cap="flat" cmpd="sng" algn="ctr">
            <a:solidFill>
              <a:srgbClr val="00E6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LevelIcon">
            <a:extLst>
              <a:ext uri="{FF2B5EF4-FFF2-40B4-BE49-F238E27FC236}">
                <a16:creationId xmlns:a16="http://schemas.microsoft.com/office/drawing/2014/main" id="{F5BFB34E-E39E-4E9D-AA09-E4BA23D15D37}"/>
              </a:ext>
            </a:extLst>
          </p:cNvPr>
          <p:cNvSpPr/>
          <p:nvPr/>
        </p:nvSpPr>
        <p:spPr>
          <a:xfrm>
            <a:off x="9575800" y="1371600"/>
            <a:ext cx="558800" cy="558800"/>
          </a:xfrm>
          <a:prstGeom prst="ellipse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LevelTitle">
            <a:extLst>
              <a:ext uri="{FF2B5EF4-FFF2-40B4-BE49-F238E27FC236}">
                <a16:creationId xmlns:a16="http://schemas.microsoft.com/office/drawing/2014/main" id="{DDB09FBD-2930-4550-B8CB-10D78B885399}"/>
              </a:ext>
            </a:extLst>
          </p:cNvPr>
          <p:cNvSpPr txBox="1"/>
          <p:nvPr/>
        </p:nvSpPr>
        <p:spPr>
          <a:xfrm>
            <a:off x="8305800" y="20066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pt-BR" sz="1600" b="1" dirty="0">
                <a:solidFill>
                  <a:srgbClr val="00E676"/>
                </a:solidFill>
              </a:rPr>
              <a:t>Níveis Lógicos</a:t>
            </a:r>
          </a:p>
        </p:txBody>
      </p:sp>
      <p:sp>
        <p:nvSpPr>
          <p:cNvPr id="15" name="LevelDesc">
            <a:extLst>
              <a:ext uri="{FF2B5EF4-FFF2-40B4-BE49-F238E27FC236}">
                <a16:creationId xmlns:a16="http://schemas.microsoft.com/office/drawing/2014/main" id="{FE5754E3-4DAB-4111-B677-B69C378CACBA}"/>
              </a:ext>
            </a:extLst>
          </p:cNvPr>
          <p:cNvSpPr txBox="1"/>
          <p:nvPr/>
        </p:nvSpPr>
        <p:spPr>
          <a:xfrm>
            <a:off x="8305800" y="2362200"/>
            <a:ext cx="330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pt-BR" sz="1400" dirty="0">
                <a:solidFill>
                  <a:srgbClr val="B0BEC5"/>
                </a:solidFill>
              </a:rPr>
              <a:t>HIGH = 3.3V (ligado)
LOW = 0V (desligado)
Base da lógica digital</a:t>
            </a:r>
          </a:p>
        </p:txBody>
      </p:sp>
      <p:sp>
        <p:nvSpPr>
          <p:cNvPr id="16" name="InfoBg">
            <a:extLst>
              <a:ext uri="{FF2B5EF4-FFF2-40B4-BE49-F238E27FC236}">
                <a16:creationId xmlns:a16="http://schemas.microsoft.com/office/drawing/2014/main" id="{6827E276-983F-4CB2-9408-318C5ACC7044}"/>
              </a:ext>
            </a:extLst>
          </p:cNvPr>
          <p:cNvSpPr/>
          <p:nvPr/>
        </p:nvSpPr>
        <p:spPr>
          <a:xfrm>
            <a:off x="457200" y="4064000"/>
            <a:ext cx="11277600" cy="12700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InfoText">
            <a:extLst>
              <a:ext uri="{FF2B5EF4-FFF2-40B4-BE49-F238E27FC236}">
                <a16:creationId xmlns:a16="http://schemas.microsoft.com/office/drawing/2014/main" id="{3C945A22-179F-4D03-B706-67AA3BC13302}"/>
              </a:ext>
            </a:extLst>
          </p:cNvPr>
          <p:cNvSpPr txBox="1"/>
          <p:nvPr/>
        </p:nvSpPr>
        <p:spPr>
          <a:xfrm>
            <a:off x="711200" y="4254500"/>
            <a:ext cx="107696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00D9FF"/>
                </a:solidFill>
              </a:rPr>
              <a:t>Conceito Fundamental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</a:rPr>
              <a:t>GPIO é a interface fundamental entre o microcontrolador e o mundo físico. Cada pino pode ser configurado individualmente como entrada ou saída via software (pinMode).</a:t>
            </a:r>
          </a:p>
        </p:txBody>
      </p:sp>
      <p:sp>
        <p:nvSpPr>
          <p:cNvPr id="18" name="AccentDot">
            <a:extLst>
              <a:ext uri="{FF2B5EF4-FFF2-40B4-BE49-F238E27FC236}">
                <a16:creationId xmlns:a16="http://schemas.microsoft.com/office/drawing/2014/main" id="{CD45129A-87A7-4A53-81B8-6D2BC1734AD5}"/>
              </a:ext>
            </a:extLst>
          </p:cNvPr>
          <p:cNvSpPr/>
          <p:nvPr/>
        </p:nvSpPr>
        <p:spPr>
          <a:xfrm>
            <a:off x="457200" y="5588000"/>
            <a:ext cx="101600" cy="101600"/>
          </a:xfrm>
          <a:prstGeom prst="ellipse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FooterText">
            <a:extLst>
              <a:ext uri="{FF2B5EF4-FFF2-40B4-BE49-F238E27FC236}">
                <a16:creationId xmlns:a16="http://schemas.microsoft.com/office/drawing/2014/main" id="{8D84F24A-CF3A-4841-BB32-0A80B9FD2EFC}"/>
              </a:ext>
            </a:extLst>
          </p:cNvPr>
          <p:cNvSpPr txBox="1"/>
          <p:nvPr/>
        </p:nvSpPr>
        <p:spPr>
          <a:xfrm>
            <a:off x="685800" y="55118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FF6B6B"/>
                </a:solidFill>
              </a:rPr>
              <a:t>⚠ Na ESP32, os GPIOs operam a 3.3V — nunca aplicar 5V diretamente!</a:t>
            </a:r>
          </a:p>
        </p:txBody>
      </p:sp>
    </p:spTree>
    <p:extLst>
      <p:ext uri="{BB962C8B-B14F-4D97-AF65-F5344CB8AC3E}">
        <p14:creationId xmlns:p14="http://schemas.microsoft.com/office/powerpoint/2010/main" val="637113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9EE9851-5931-4385-BB54-488DE16F1B3F}"/>
              </a:ext>
            </a:extLst>
          </p:cNvPr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400" b="1" dirty="0">
                <a:solidFill>
                  <a:srgbClr val="F0F0F0"/>
                </a:solidFill>
              </a:rPr>
              <a:t>Configurando </a:t>
            </a:r>
            <a:r>
              <a:rPr lang="pt-BR" sz="2400" b="1" dirty="0">
                <a:solidFill>
                  <a:srgbClr val="00D9FF"/>
                </a:solidFill>
              </a:rPr>
              <a:t>GPIO na ESP32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CF2269E-3519-48B8-8FEB-F7B7B65181E1}"/>
              </a:ext>
            </a:extLst>
          </p:cNvPr>
          <p:cNvSpPr txBox="1"/>
          <p:nvPr/>
        </p:nvSpPr>
        <p:spPr>
          <a:xfrm>
            <a:off x="457200" y="685800"/>
            <a:ext cx="8229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dirty="0">
                <a:solidFill>
                  <a:srgbClr val="B0BEC5"/>
                </a:solidFill>
              </a:rPr>
              <a:t>Funções essenciais: pinMode, digitalRead, digitalWrite</a:t>
            </a:r>
          </a:p>
        </p:txBody>
      </p:sp>
      <p:sp>
        <p:nvSpPr>
          <p:cNvPr id="4" name="CodeBg">
            <a:extLst>
              <a:ext uri="{FF2B5EF4-FFF2-40B4-BE49-F238E27FC236}">
                <a16:creationId xmlns:a16="http://schemas.microsoft.com/office/drawing/2014/main" id="{BAC68FB5-9DDF-41D8-824F-69C7B4D3141A}"/>
              </a:ext>
            </a:extLst>
          </p:cNvPr>
          <p:cNvSpPr/>
          <p:nvPr/>
        </p:nvSpPr>
        <p:spPr>
          <a:xfrm>
            <a:off x="457200" y="1143000"/>
            <a:ext cx="5588000" cy="3937000"/>
          </a:xfrm>
          <a:prstGeom prst="roundRect">
            <a:avLst/>
          </a:prstGeom>
          <a:solidFill>
            <a:srgbClr val="0D1117"/>
          </a:solidFill>
          <a:ln w="12700" cap="flat" cmpd="sng" algn="ctr">
            <a:solidFill>
              <a:srgbClr val="00D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FileLabel">
            <a:extLst>
              <a:ext uri="{FF2B5EF4-FFF2-40B4-BE49-F238E27FC236}">
                <a16:creationId xmlns:a16="http://schemas.microsoft.com/office/drawing/2014/main" id="{F69343B1-AFBF-47E4-8FA4-4C88426C69B8}"/>
              </a:ext>
            </a:extLst>
          </p:cNvPr>
          <p:cNvSpPr txBox="1"/>
          <p:nvPr/>
        </p:nvSpPr>
        <p:spPr>
          <a:xfrm>
            <a:off x="609600" y="1201420"/>
            <a:ext cx="558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 b="1" dirty="0">
                <a:solidFill>
                  <a:srgbClr val="00D9FF"/>
                </a:solidFill>
                <a:latin typeface="Consolas"/>
              </a:rPr>
              <a:t>  main.cpp</a:t>
            </a:r>
          </a:p>
        </p:txBody>
      </p:sp>
      <p:sp>
        <p:nvSpPr>
          <p:cNvPr id="6" name="CodeText">
            <a:extLst>
              <a:ext uri="{FF2B5EF4-FFF2-40B4-BE49-F238E27FC236}">
                <a16:creationId xmlns:a16="http://schemas.microsoft.com/office/drawing/2014/main" id="{8B1BB888-161A-4EF0-9949-84A1DC2BCDD1}"/>
              </a:ext>
            </a:extLst>
          </p:cNvPr>
          <p:cNvSpPr txBox="1"/>
          <p:nvPr/>
        </p:nvSpPr>
        <p:spPr>
          <a:xfrm>
            <a:off x="698500" y="1544320"/>
            <a:ext cx="52832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C4DFF"/>
                </a:solidFill>
                <a:latin typeface="Consolas"/>
              </a:rPr>
              <a:t>#include &lt;Arduino.h&gt;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pt-BR" sz="1400" dirty="0">
                <a:solidFill>
                  <a:srgbClr val="FFD54F"/>
                </a:solidFill>
                <a:latin typeface="Consolas"/>
              </a:rPr>
              <a:t>#define BUTTON_PIN  4</a:t>
            </a:r>
          </a:p>
          <a:p>
            <a:pPr algn="l">
              <a:buNone/>
            </a:pPr>
            <a:r>
              <a:rPr lang="pt-BR" sz="1400" dirty="0">
                <a:solidFill>
                  <a:srgbClr val="FFD54F"/>
                </a:solidFill>
                <a:latin typeface="Consolas"/>
              </a:rPr>
              <a:t>#define LED_PIN    2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pt-BR" sz="1400" dirty="0">
                <a:solidFill>
                  <a:srgbClr val="00D9FF"/>
                </a:solidFill>
                <a:latin typeface="Consolas"/>
              </a:rPr>
              <a:t>void setup() {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  <a:latin typeface="Consolas"/>
              </a:rPr>
              <a:t>  pinMode(BUTTON_PIN, INPUT);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  <a:latin typeface="Consolas"/>
              </a:rPr>
              <a:t>  pinMode(LED_PIN, OUTPUT);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  <a:latin typeface="Consolas"/>
              </a:rPr>
              <a:t>  Serial.begin(115200);</a:t>
            </a:r>
          </a:p>
          <a:p>
            <a:pPr algn="l">
              <a:buNone/>
            </a:pPr>
            <a:r>
              <a:rPr lang="pt-BR" sz="1400" dirty="0">
                <a:solidFill>
                  <a:srgbClr val="00D9FF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pt-BR" sz="1400" dirty="0">
                <a:solidFill>
                  <a:srgbClr val="00D9FF"/>
                </a:solidFill>
                <a:latin typeface="Consolas"/>
              </a:rPr>
              <a:t>void loop() {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  <a:latin typeface="Consolas"/>
              </a:rPr>
              <a:t>  int estado = digitalRead(BUTTON_PIN);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  <a:latin typeface="Consolas"/>
              </a:rPr>
              <a:t>  digitalWrite(LED_PIN, estado);</a:t>
            </a:r>
          </a:p>
          <a:p>
            <a:pPr algn="l">
              <a:buNone/>
            </a:pPr>
            <a:r>
              <a:rPr lang="pt-BR" sz="1400" dirty="0">
                <a:solidFill>
                  <a:srgbClr val="00D9FF"/>
                </a:solidFill>
                <a:latin typeface="Consolas"/>
              </a:rPr>
              <a:t>}</a:t>
            </a:r>
          </a:p>
        </p:txBody>
      </p:sp>
      <p:sp>
        <p:nvSpPr>
          <p:cNvPr id="7" name="Card0">
            <a:extLst>
              <a:ext uri="{FF2B5EF4-FFF2-40B4-BE49-F238E27FC236}">
                <a16:creationId xmlns:a16="http://schemas.microsoft.com/office/drawing/2014/main" id="{601AD491-C2FA-4382-B4D3-7ECBCD734BBD}"/>
              </a:ext>
            </a:extLst>
          </p:cNvPr>
          <p:cNvSpPr/>
          <p:nvPr/>
        </p:nvSpPr>
        <p:spPr>
          <a:xfrm>
            <a:off x="6350000" y="1143000"/>
            <a:ext cx="5334000" cy="11430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00D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CardTitle0">
            <a:extLst>
              <a:ext uri="{FF2B5EF4-FFF2-40B4-BE49-F238E27FC236}">
                <a16:creationId xmlns:a16="http://schemas.microsoft.com/office/drawing/2014/main" id="{702F83C5-9B9D-4853-AA54-AE9A0844D562}"/>
              </a:ext>
            </a:extLst>
          </p:cNvPr>
          <p:cNvSpPr txBox="1"/>
          <p:nvPr/>
        </p:nvSpPr>
        <p:spPr>
          <a:xfrm>
            <a:off x="6540500" y="12700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00D9FF"/>
                </a:solidFill>
                <a:latin typeface="Consolas"/>
              </a:rPr>
              <a:t>pinMode(pin, mode)</a:t>
            </a:r>
          </a:p>
        </p:txBody>
      </p:sp>
      <p:sp>
        <p:nvSpPr>
          <p:cNvPr id="9" name="CardDesc0">
            <a:extLst>
              <a:ext uri="{FF2B5EF4-FFF2-40B4-BE49-F238E27FC236}">
                <a16:creationId xmlns:a16="http://schemas.microsoft.com/office/drawing/2014/main" id="{F8A612A3-9C01-47A4-B1E9-5C9684068BA7}"/>
              </a:ext>
            </a:extLst>
          </p:cNvPr>
          <p:cNvSpPr txBox="1"/>
          <p:nvPr/>
        </p:nvSpPr>
        <p:spPr>
          <a:xfrm>
            <a:off x="6540500" y="1625600"/>
            <a:ext cx="4953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Configura o pino como INPUT
ou OUTPUT no setup()</a:t>
            </a:r>
          </a:p>
        </p:txBody>
      </p:sp>
      <p:sp>
        <p:nvSpPr>
          <p:cNvPr id="10" name="Card1">
            <a:extLst>
              <a:ext uri="{FF2B5EF4-FFF2-40B4-BE49-F238E27FC236}">
                <a16:creationId xmlns:a16="http://schemas.microsoft.com/office/drawing/2014/main" id="{3F4AFB7D-3777-4B02-B376-DFFE452F4881}"/>
              </a:ext>
            </a:extLst>
          </p:cNvPr>
          <p:cNvSpPr/>
          <p:nvPr/>
        </p:nvSpPr>
        <p:spPr>
          <a:xfrm>
            <a:off x="6350000" y="2476500"/>
            <a:ext cx="5334000" cy="11430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7C4D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CardTitle1">
            <a:extLst>
              <a:ext uri="{FF2B5EF4-FFF2-40B4-BE49-F238E27FC236}">
                <a16:creationId xmlns:a16="http://schemas.microsoft.com/office/drawing/2014/main" id="{D5507939-C566-46F7-B4A8-C57F40547A02}"/>
              </a:ext>
            </a:extLst>
          </p:cNvPr>
          <p:cNvSpPr txBox="1"/>
          <p:nvPr/>
        </p:nvSpPr>
        <p:spPr>
          <a:xfrm>
            <a:off x="6540500" y="26035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7C4DFF"/>
                </a:solidFill>
                <a:latin typeface="Consolas"/>
              </a:rPr>
              <a:t>digitalRead(pin)</a:t>
            </a:r>
          </a:p>
        </p:txBody>
      </p:sp>
      <p:sp>
        <p:nvSpPr>
          <p:cNvPr id="12" name="CardDesc1">
            <a:extLst>
              <a:ext uri="{FF2B5EF4-FFF2-40B4-BE49-F238E27FC236}">
                <a16:creationId xmlns:a16="http://schemas.microsoft.com/office/drawing/2014/main" id="{16DAE3BA-A1AF-497F-9184-A3AC2C03B37D}"/>
              </a:ext>
            </a:extLst>
          </p:cNvPr>
          <p:cNvSpPr txBox="1"/>
          <p:nvPr/>
        </p:nvSpPr>
        <p:spPr>
          <a:xfrm>
            <a:off x="6540500" y="2959100"/>
            <a:ext cx="4953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Retorna HIGH ou LOW
conforme o estado do pino</a:t>
            </a:r>
          </a:p>
        </p:txBody>
      </p:sp>
      <p:sp>
        <p:nvSpPr>
          <p:cNvPr id="13" name="Card2">
            <a:extLst>
              <a:ext uri="{FF2B5EF4-FFF2-40B4-BE49-F238E27FC236}">
                <a16:creationId xmlns:a16="http://schemas.microsoft.com/office/drawing/2014/main" id="{95475CAB-A8A4-4C12-A2D8-1EA533C6665F}"/>
              </a:ext>
            </a:extLst>
          </p:cNvPr>
          <p:cNvSpPr/>
          <p:nvPr/>
        </p:nvSpPr>
        <p:spPr>
          <a:xfrm>
            <a:off x="6350000" y="3810000"/>
            <a:ext cx="5334000" cy="11430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00E6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CardTitle2">
            <a:extLst>
              <a:ext uri="{FF2B5EF4-FFF2-40B4-BE49-F238E27FC236}">
                <a16:creationId xmlns:a16="http://schemas.microsoft.com/office/drawing/2014/main" id="{01A8D290-CD78-490A-BBAC-9DE46FD8C187}"/>
              </a:ext>
            </a:extLst>
          </p:cNvPr>
          <p:cNvSpPr txBox="1"/>
          <p:nvPr/>
        </p:nvSpPr>
        <p:spPr>
          <a:xfrm>
            <a:off x="6540500" y="39370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00E676"/>
                </a:solidFill>
                <a:latin typeface="Consolas"/>
              </a:rPr>
              <a:t>digitalWrite(pin, val)</a:t>
            </a:r>
          </a:p>
        </p:txBody>
      </p:sp>
      <p:sp>
        <p:nvSpPr>
          <p:cNvPr id="15" name="CardDesc2">
            <a:extLst>
              <a:ext uri="{FF2B5EF4-FFF2-40B4-BE49-F238E27FC236}">
                <a16:creationId xmlns:a16="http://schemas.microsoft.com/office/drawing/2014/main" id="{151F5E7B-4617-414D-9247-25892ED100AE}"/>
              </a:ext>
            </a:extLst>
          </p:cNvPr>
          <p:cNvSpPr txBox="1"/>
          <p:nvPr/>
        </p:nvSpPr>
        <p:spPr>
          <a:xfrm>
            <a:off x="6540500" y="4292600"/>
            <a:ext cx="4953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Define o pino para HIGH
(3.3V) ou LOW (0V)</a:t>
            </a:r>
          </a:p>
        </p:txBody>
      </p:sp>
      <p:sp>
        <p:nvSpPr>
          <p:cNvPr id="16" name="FootDot">
            <a:extLst>
              <a:ext uri="{FF2B5EF4-FFF2-40B4-BE49-F238E27FC236}">
                <a16:creationId xmlns:a16="http://schemas.microsoft.com/office/drawing/2014/main" id="{86F58493-3C1C-486D-9586-B11BB29A8FF3}"/>
              </a:ext>
            </a:extLst>
          </p:cNvPr>
          <p:cNvSpPr/>
          <p:nvPr/>
        </p:nvSpPr>
        <p:spPr>
          <a:xfrm>
            <a:off x="457200" y="5461000"/>
            <a:ext cx="101600" cy="101600"/>
          </a:xfrm>
          <a:prstGeom prst="ellipse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FootText">
            <a:extLst>
              <a:ext uri="{FF2B5EF4-FFF2-40B4-BE49-F238E27FC236}">
                <a16:creationId xmlns:a16="http://schemas.microsoft.com/office/drawing/2014/main" id="{5F4F5582-8029-4FC2-A097-6040A8F4D66F}"/>
              </a:ext>
            </a:extLst>
          </p:cNvPr>
          <p:cNvSpPr txBox="1"/>
          <p:nvPr/>
        </p:nvSpPr>
        <p:spPr>
          <a:xfrm>
            <a:off x="685800" y="53848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B0BEC5"/>
                </a:solidFill>
              </a:rPr>
              <a:t>PlatformIO • ESP32 • Arduino Framework</a:t>
            </a:r>
          </a:p>
        </p:txBody>
      </p:sp>
    </p:spTree>
    <p:extLst>
      <p:ext uri="{BB962C8B-B14F-4D97-AF65-F5344CB8AC3E}">
        <p14:creationId xmlns:p14="http://schemas.microsoft.com/office/powerpoint/2010/main" val="1084274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CFFFC3F-8A11-4368-B05F-2B3B8EE2E32F}"/>
              </a:ext>
            </a:extLst>
          </p:cNvPr>
          <p:cNvSpPr txBox="1"/>
          <p:nvPr/>
        </p:nvSpPr>
        <p:spPr>
          <a:xfrm>
            <a:off x="457200" y="228600"/>
            <a:ext cx="889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400" b="1" dirty="0">
                <a:solidFill>
                  <a:srgbClr val="FF6B6B"/>
                </a:solidFill>
              </a:rPr>
              <a:t>Problema: </a:t>
            </a:r>
            <a:r>
              <a:rPr lang="pt-BR" sz="2400" b="1" dirty="0">
                <a:solidFill>
                  <a:srgbClr val="F0F0F0"/>
                </a:solidFill>
              </a:rPr>
              <a:t>Entradas Flutuantes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DBE3603-732A-44A7-B266-EF0C8AE831A0}"/>
              </a:ext>
            </a:extLst>
          </p:cNvPr>
          <p:cNvSpPr txBox="1"/>
          <p:nvPr/>
        </p:nvSpPr>
        <p:spPr>
          <a:xfrm>
            <a:off x="457200" y="685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dirty="0">
                <a:solidFill>
                  <a:srgbClr val="B0BEC5"/>
                </a:solidFill>
              </a:rPr>
              <a:t>O que acontece quando um pino GPIO fica sem conexão definida?</a:t>
            </a:r>
          </a:p>
        </p:txBody>
      </p:sp>
      <p:sp>
        <p:nvSpPr>
          <p:cNvPr id="4" name="UnstableBg">
            <a:extLst>
              <a:ext uri="{FF2B5EF4-FFF2-40B4-BE49-F238E27FC236}">
                <a16:creationId xmlns:a16="http://schemas.microsoft.com/office/drawing/2014/main" id="{590B1AB6-B8B9-46BE-9675-B28E39E7F109}"/>
              </a:ext>
            </a:extLst>
          </p:cNvPr>
          <p:cNvSpPr/>
          <p:nvPr/>
        </p:nvSpPr>
        <p:spPr>
          <a:xfrm>
            <a:off x="457200" y="1143000"/>
            <a:ext cx="5461000" cy="2413000"/>
          </a:xfrm>
          <a:prstGeom prst="roundRect">
            <a:avLst/>
          </a:prstGeom>
          <a:solidFill>
            <a:srgbClr val="0D1117"/>
          </a:solidFill>
          <a:ln w="2540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UnstableLabel">
            <a:extLst>
              <a:ext uri="{FF2B5EF4-FFF2-40B4-BE49-F238E27FC236}">
                <a16:creationId xmlns:a16="http://schemas.microsoft.com/office/drawing/2014/main" id="{C0447D42-153E-4523-B667-D835A6974BDD}"/>
              </a:ext>
            </a:extLst>
          </p:cNvPr>
          <p:cNvSpPr txBox="1"/>
          <p:nvPr/>
        </p:nvSpPr>
        <p:spPr>
          <a:xfrm>
            <a:off x="584200" y="12192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 b="1" dirty="0">
                <a:solidFill>
                  <a:srgbClr val="FF6B6B"/>
                </a:solidFill>
              </a:rPr>
              <a:t>⚠ Leitura Instável — Pino Flutuante</a:t>
            </a:r>
          </a:p>
        </p:txBody>
      </p:sp>
      <p:sp>
        <p:nvSpPr>
          <p:cNvPr id="6" name="Sig0">
            <a:extLst>
              <a:ext uri="{FF2B5EF4-FFF2-40B4-BE49-F238E27FC236}">
                <a16:creationId xmlns:a16="http://schemas.microsoft.com/office/drawing/2014/main" id="{0A63C9D8-729A-4716-AA5B-D511C44EAA3D}"/>
              </a:ext>
            </a:extLst>
          </p:cNvPr>
          <p:cNvSpPr/>
          <p:nvPr/>
        </p:nvSpPr>
        <p:spPr>
          <a:xfrm>
            <a:off x="711200" y="1778000"/>
            <a:ext cx="5334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Sig1">
            <a:extLst>
              <a:ext uri="{FF2B5EF4-FFF2-40B4-BE49-F238E27FC236}">
                <a16:creationId xmlns:a16="http://schemas.microsoft.com/office/drawing/2014/main" id="{629BEBD1-14A5-4690-9BA4-5C99F0DDBC9C}"/>
              </a:ext>
            </a:extLst>
          </p:cNvPr>
          <p:cNvSpPr/>
          <p:nvPr/>
        </p:nvSpPr>
        <p:spPr>
          <a:xfrm>
            <a:off x="1244600" y="2413000"/>
            <a:ext cx="533400" cy="38100"/>
          </a:xfrm>
          <a:prstGeom prst="rect">
            <a:avLst/>
          </a:prstGeom>
          <a:solidFill>
            <a:srgbClr val="FFD5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Sig2">
            <a:extLst>
              <a:ext uri="{FF2B5EF4-FFF2-40B4-BE49-F238E27FC236}">
                <a16:creationId xmlns:a16="http://schemas.microsoft.com/office/drawing/2014/main" id="{157EBFB2-D970-444E-8EB7-9A8D9E4F31C3}"/>
              </a:ext>
            </a:extLst>
          </p:cNvPr>
          <p:cNvSpPr/>
          <p:nvPr/>
        </p:nvSpPr>
        <p:spPr>
          <a:xfrm>
            <a:off x="1778000" y="1841500"/>
            <a:ext cx="5334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Sig3">
            <a:extLst>
              <a:ext uri="{FF2B5EF4-FFF2-40B4-BE49-F238E27FC236}">
                <a16:creationId xmlns:a16="http://schemas.microsoft.com/office/drawing/2014/main" id="{F0B1FA55-4396-4551-9E1E-750C863E1783}"/>
              </a:ext>
            </a:extLst>
          </p:cNvPr>
          <p:cNvSpPr/>
          <p:nvPr/>
        </p:nvSpPr>
        <p:spPr>
          <a:xfrm>
            <a:off x="2311400" y="2349500"/>
            <a:ext cx="5334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Sig4">
            <a:extLst>
              <a:ext uri="{FF2B5EF4-FFF2-40B4-BE49-F238E27FC236}">
                <a16:creationId xmlns:a16="http://schemas.microsoft.com/office/drawing/2014/main" id="{2FDB5755-E595-4ED4-9447-B41DABF1972B}"/>
              </a:ext>
            </a:extLst>
          </p:cNvPr>
          <p:cNvSpPr/>
          <p:nvPr/>
        </p:nvSpPr>
        <p:spPr>
          <a:xfrm>
            <a:off x="2844800" y="1752600"/>
            <a:ext cx="5334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Sig5">
            <a:extLst>
              <a:ext uri="{FF2B5EF4-FFF2-40B4-BE49-F238E27FC236}">
                <a16:creationId xmlns:a16="http://schemas.microsoft.com/office/drawing/2014/main" id="{41A6931D-B615-4EF0-8BB0-89C8C4DEB4F0}"/>
              </a:ext>
            </a:extLst>
          </p:cNvPr>
          <p:cNvSpPr/>
          <p:nvPr/>
        </p:nvSpPr>
        <p:spPr>
          <a:xfrm>
            <a:off x="3378200" y="2476500"/>
            <a:ext cx="533400" cy="38100"/>
          </a:xfrm>
          <a:prstGeom prst="rect">
            <a:avLst/>
          </a:prstGeom>
          <a:solidFill>
            <a:srgbClr val="FFD5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Sig6">
            <a:extLst>
              <a:ext uri="{FF2B5EF4-FFF2-40B4-BE49-F238E27FC236}">
                <a16:creationId xmlns:a16="http://schemas.microsoft.com/office/drawing/2014/main" id="{97109279-DB61-4A06-AD02-B1386D2E1926}"/>
              </a:ext>
            </a:extLst>
          </p:cNvPr>
          <p:cNvSpPr/>
          <p:nvPr/>
        </p:nvSpPr>
        <p:spPr>
          <a:xfrm>
            <a:off x="3911600" y="1905000"/>
            <a:ext cx="5334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Sig7">
            <a:extLst>
              <a:ext uri="{FF2B5EF4-FFF2-40B4-BE49-F238E27FC236}">
                <a16:creationId xmlns:a16="http://schemas.microsoft.com/office/drawing/2014/main" id="{B1ABB5E6-F591-4F87-B3CD-0269C28AEA41}"/>
              </a:ext>
            </a:extLst>
          </p:cNvPr>
          <p:cNvSpPr/>
          <p:nvPr/>
        </p:nvSpPr>
        <p:spPr>
          <a:xfrm>
            <a:off x="4445000" y="2286000"/>
            <a:ext cx="5334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Sig8">
            <a:extLst>
              <a:ext uri="{FF2B5EF4-FFF2-40B4-BE49-F238E27FC236}">
                <a16:creationId xmlns:a16="http://schemas.microsoft.com/office/drawing/2014/main" id="{0548F8EC-E9E4-4E74-BEF0-DF1B65F40D10}"/>
              </a:ext>
            </a:extLst>
          </p:cNvPr>
          <p:cNvSpPr/>
          <p:nvPr/>
        </p:nvSpPr>
        <p:spPr>
          <a:xfrm>
            <a:off x="4978400" y="1803400"/>
            <a:ext cx="5334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AxisH">
            <a:extLst>
              <a:ext uri="{FF2B5EF4-FFF2-40B4-BE49-F238E27FC236}">
                <a16:creationId xmlns:a16="http://schemas.microsoft.com/office/drawing/2014/main" id="{EF3811C2-845F-4C2A-AF5B-DFBDCFB1CC4B}"/>
              </a:ext>
            </a:extLst>
          </p:cNvPr>
          <p:cNvSpPr txBox="1"/>
          <p:nvPr/>
        </p:nvSpPr>
        <p:spPr>
          <a:xfrm>
            <a:off x="584200" y="1651000"/>
            <a:ext cx="17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 b="1" dirty="0">
                <a:solidFill>
                  <a:srgbClr val="00E676"/>
                </a:solidFill>
              </a:rPr>
              <a:t>H</a:t>
            </a:r>
          </a:p>
        </p:txBody>
      </p:sp>
      <p:sp>
        <p:nvSpPr>
          <p:cNvPr id="16" name="AxisL">
            <a:extLst>
              <a:ext uri="{FF2B5EF4-FFF2-40B4-BE49-F238E27FC236}">
                <a16:creationId xmlns:a16="http://schemas.microsoft.com/office/drawing/2014/main" id="{76D6CD2F-7CFB-482B-99FF-183BCB502AD4}"/>
              </a:ext>
            </a:extLst>
          </p:cNvPr>
          <p:cNvSpPr txBox="1"/>
          <p:nvPr/>
        </p:nvSpPr>
        <p:spPr>
          <a:xfrm>
            <a:off x="584200" y="2413000"/>
            <a:ext cx="177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 b="1" dirty="0">
                <a:solidFill>
                  <a:srgbClr val="FF6B6B"/>
                </a:solidFill>
              </a:rPr>
              <a:t>L</a:t>
            </a:r>
          </a:p>
        </p:txBody>
      </p:sp>
      <p:sp>
        <p:nvSpPr>
          <p:cNvPr id="17" name="SerialOut">
            <a:extLst>
              <a:ext uri="{FF2B5EF4-FFF2-40B4-BE49-F238E27FC236}">
                <a16:creationId xmlns:a16="http://schemas.microsoft.com/office/drawing/2014/main" id="{76ECE667-4D93-4BE4-8A52-D867622ECA73}"/>
              </a:ext>
            </a:extLst>
          </p:cNvPr>
          <p:cNvSpPr txBox="1"/>
          <p:nvPr/>
        </p:nvSpPr>
        <p:spPr>
          <a:xfrm>
            <a:off x="584200" y="2768600"/>
            <a:ext cx="5207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000" dirty="0">
                <a:solidFill>
                  <a:srgbClr val="00D9FF"/>
                </a:solidFill>
                <a:latin typeface="Consolas"/>
              </a:rPr>
              <a:t>Serial: </a:t>
            </a:r>
            <a:r>
              <a:rPr lang="pt-BR" sz="1000" dirty="0">
                <a:solidFill>
                  <a:srgbClr val="FFD54F"/>
                </a:solidFill>
                <a:latin typeface="Consolas"/>
              </a:rPr>
              <a:t>1 0 1 1 0 0 1 0 1 1 0 1 0 0 1</a:t>
            </a:r>
          </a:p>
          <a:p>
            <a:pPr algn="l">
              <a:buNone/>
            </a:pPr>
            <a:r>
              <a:rPr lang="pt-BR" sz="1000" dirty="0">
                <a:solidFill>
                  <a:srgbClr val="B0BEC5"/>
                </a:solidFill>
                <a:latin typeface="Consolas"/>
              </a:rPr>
              <a:t>Valores aleatórios captados pelo ADC</a:t>
            </a:r>
          </a:p>
        </p:txBody>
      </p:sp>
      <p:sp>
        <p:nvSpPr>
          <p:cNvPr id="18" name="ImpactCard0">
            <a:extLst>
              <a:ext uri="{FF2B5EF4-FFF2-40B4-BE49-F238E27FC236}">
                <a16:creationId xmlns:a16="http://schemas.microsoft.com/office/drawing/2014/main" id="{E03E0D9C-B9D3-478F-BFE6-BF0F9C238264}"/>
              </a:ext>
            </a:extLst>
          </p:cNvPr>
          <p:cNvSpPr/>
          <p:nvPr/>
        </p:nvSpPr>
        <p:spPr>
          <a:xfrm>
            <a:off x="6223000" y="1143000"/>
            <a:ext cx="5511800" cy="11430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ImpactTitle0">
            <a:extLst>
              <a:ext uri="{FF2B5EF4-FFF2-40B4-BE49-F238E27FC236}">
                <a16:creationId xmlns:a16="http://schemas.microsoft.com/office/drawing/2014/main" id="{61856384-BD3B-43A3-AF05-DA602249C9D1}"/>
              </a:ext>
            </a:extLst>
          </p:cNvPr>
          <p:cNvSpPr txBox="1"/>
          <p:nvPr/>
        </p:nvSpPr>
        <p:spPr>
          <a:xfrm>
            <a:off x="6477000" y="1270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FF6B6B"/>
                </a:solidFill>
              </a:rPr>
              <a:t>Leitura Aleatória</a:t>
            </a:r>
          </a:p>
        </p:txBody>
      </p:sp>
      <p:sp>
        <p:nvSpPr>
          <p:cNvPr id="20" name="ImpactDesc0">
            <a:extLst>
              <a:ext uri="{FF2B5EF4-FFF2-40B4-BE49-F238E27FC236}">
                <a16:creationId xmlns:a16="http://schemas.microsoft.com/office/drawing/2014/main" id="{BE900781-D2D3-4404-B47C-50A5C8CA51A1}"/>
              </a:ext>
            </a:extLst>
          </p:cNvPr>
          <p:cNvSpPr txBox="1"/>
          <p:nvPr/>
        </p:nvSpPr>
        <p:spPr>
          <a:xfrm>
            <a:off x="6477000" y="1625600"/>
            <a:ext cx="508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O pino capta ruído eletromagnético e alterna entre HIGH e LOW sem previsão</a:t>
            </a:r>
          </a:p>
        </p:txBody>
      </p:sp>
      <p:sp>
        <p:nvSpPr>
          <p:cNvPr id="21" name="ImpactCard1">
            <a:extLst>
              <a:ext uri="{FF2B5EF4-FFF2-40B4-BE49-F238E27FC236}">
                <a16:creationId xmlns:a16="http://schemas.microsoft.com/office/drawing/2014/main" id="{DD6F2818-C0CD-4AEA-92EB-1987AF381727}"/>
              </a:ext>
            </a:extLst>
          </p:cNvPr>
          <p:cNvSpPr/>
          <p:nvPr/>
        </p:nvSpPr>
        <p:spPr>
          <a:xfrm>
            <a:off x="6223000" y="2476500"/>
            <a:ext cx="5511800" cy="11430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FFD5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ImpactTitle1">
            <a:extLst>
              <a:ext uri="{FF2B5EF4-FFF2-40B4-BE49-F238E27FC236}">
                <a16:creationId xmlns:a16="http://schemas.microsoft.com/office/drawing/2014/main" id="{28AB88BE-29B8-491A-AE43-0AE38C7C5B95}"/>
              </a:ext>
            </a:extLst>
          </p:cNvPr>
          <p:cNvSpPr txBox="1"/>
          <p:nvPr/>
        </p:nvSpPr>
        <p:spPr>
          <a:xfrm>
            <a:off x="6477000" y="2603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FFD54F"/>
                </a:solidFill>
              </a:rPr>
              <a:t>Comportamento Errático</a:t>
            </a:r>
          </a:p>
        </p:txBody>
      </p:sp>
      <p:sp>
        <p:nvSpPr>
          <p:cNvPr id="23" name="ImpactDesc1">
            <a:extLst>
              <a:ext uri="{FF2B5EF4-FFF2-40B4-BE49-F238E27FC236}">
                <a16:creationId xmlns:a16="http://schemas.microsoft.com/office/drawing/2014/main" id="{2EB391CA-3A13-4D2A-9112-F37D631817A8}"/>
              </a:ext>
            </a:extLst>
          </p:cNvPr>
          <p:cNvSpPr txBox="1"/>
          <p:nvPr/>
        </p:nvSpPr>
        <p:spPr>
          <a:xfrm>
            <a:off x="6477000" y="2959100"/>
            <a:ext cx="508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LEDs piscam, motores ligam sozinhos, sensores reportam valores falsos</a:t>
            </a:r>
          </a:p>
        </p:txBody>
      </p:sp>
      <p:sp>
        <p:nvSpPr>
          <p:cNvPr id="24" name="ImpactCard2">
            <a:extLst>
              <a:ext uri="{FF2B5EF4-FFF2-40B4-BE49-F238E27FC236}">
                <a16:creationId xmlns:a16="http://schemas.microsoft.com/office/drawing/2014/main" id="{3DC63FD3-16B1-4503-89D6-2E6FCE3466B7}"/>
              </a:ext>
            </a:extLst>
          </p:cNvPr>
          <p:cNvSpPr/>
          <p:nvPr/>
        </p:nvSpPr>
        <p:spPr>
          <a:xfrm>
            <a:off x="6223000" y="3810000"/>
            <a:ext cx="5511800" cy="11430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7C4D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5" name="ImpactTitle2">
            <a:extLst>
              <a:ext uri="{FF2B5EF4-FFF2-40B4-BE49-F238E27FC236}">
                <a16:creationId xmlns:a16="http://schemas.microsoft.com/office/drawing/2014/main" id="{FFBA542F-EDA5-4C61-BDEB-0BA6C74BD4A4}"/>
              </a:ext>
            </a:extLst>
          </p:cNvPr>
          <p:cNvSpPr txBox="1"/>
          <p:nvPr/>
        </p:nvSpPr>
        <p:spPr>
          <a:xfrm>
            <a:off x="6477000" y="3937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7C4DFF"/>
                </a:solidFill>
              </a:rPr>
              <a:t>Impacto em Sistemas Reais</a:t>
            </a:r>
          </a:p>
        </p:txBody>
      </p:sp>
      <p:sp>
        <p:nvSpPr>
          <p:cNvPr id="26" name="ImpactDesc2">
            <a:extLst>
              <a:ext uri="{FF2B5EF4-FFF2-40B4-BE49-F238E27FC236}">
                <a16:creationId xmlns:a16="http://schemas.microsoft.com/office/drawing/2014/main" id="{3CDFF034-3BD7-4D61-9BD8-C28FB840F6CD}"/>
              </a:ext>
            </a:extLst>
          </p:cNvPr>
          <p:cNvSpPr txBox="1"/>
          <p:nvPr/>
        </p:nvSpPr>
        <p:spPr>
          <a:xfrm>
            <a:off x="6477000" y="4292600"/>
            <a:ext cx="5080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Em automação e IoT, entradas flutuantes causam falhas críticas de segurança</a:t>
            </a:r>
          </a:p>
        </p:txBody>
      </p:sp>
      <p:sp>
        <p:nvSpPr>
          <p:cNvPr id="27" name="KeyBg">
            <a:extLst>
              <a:ext uri="{FF2B5EF4-FFF2-40B4-BE49-F238E27FC236}">
                <a16:creationId xmlns:a16="http://schemas.microsoft.com/office/drawing/2014/main" id="{131CE770-5F71-4A25-854F-98444E57C1B2}"/>
              </a:ext>
            </a:extLst>
          </p:cNvPr>
          <p:cNvSpPr/>
          <p:nvPr/>
        </p:nvSpPr>
        <p:spPr>
          <a:xfrm>
            <a:off x="457200" y="3937000"/>
            <a:ext cx="5461000" cy="1143000"/>
          </a:xfrm>
          <a:prstGeom prst="roundRect">
            <a:avLst/>
          </a:prstGeom>
          <a:solidFill>
            <a:srgbClr val="16213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8" name="KeyText">
            <a:extLst>
              <a:ext uri="{FF2B5EF4-FFF2-40B4-BE49-F238E27FC236}">
                <a16:creationId xmlns:a16="http://schemas.microsoft.com/office/drawing/2014/main" id="{384179EA-AC7E-46E3-9866-1952436C0525}"/>
              </a:ext>
            </a:extLst>
          </p:cNvPr>
          <p:cNvSpPr txBox="1"/>
          <p:nvPr/>
        </p:nvSpPr>
        <p:spPr>
          <a:xfrm>
            <a:off x="635000" y="4038600"/>
            <a:ext cx="5080000" cy="939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b="1" dirty="0">
                <a:solidFill>
                  <a:srgbClr val="00D9FF"/>
                </a:solidFill>
              </a:rPr>
              <a:t>Solução: Resistores Pull-up / Pull-down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</a:rPr>
              <a:t>Garantem um estado lógico definido quando o botão não está pressionado, eliminando a flutuação.</a:t>
            </a:r>
          </a:p>
        </p:txBody>
      </p:sp>
      <p:sp>
        <p:nvSpPr>
          <p:cNvPr id="29" name="FootDot">
            <a:extLst>
              <a:ext uri="{FF2B5EF4-FFF2-40B4-BE49-F238E27FC236}">
                <a16:creationId xmlns:a16="http://schemas.microsoft.com/office/drawing/2014/main" id="{FE26B981-8DA1-43AD-AC6A-E95DC7403189}"/>
              </a:ext>
            </a:extLst>
          </p:cNvPr>
          <p:cNvSpPr/>
          <p:nvPr/>
        </p:nvSpPr>
        <p:spPr>
          <a:xfrm>
            <a:off x="457200" y="5461000"/>
            <a:ext cx="101600" cy="1016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FootText">
            <a:extLst>
              <a:ext uri="{FF2B5EF4-FFF2-40B4-BE49-F238E27FC236}">
                <a16:creationId xmlns:a16="http://schemas.microsoft.com/office/drawing/2014/main" id="{07A2932A-3265-433C-A42A-45102BD5D239}"/>
              </a:ext>
            </a:extLst>
          </p:cNvPr>
          <p:cNvSpPr txBox="1"/>
          <p:nvPr/>
        </p:nvSpPr>
        <p:spPr>
          <a:xfrm>
            <a:off x="685800" y="53848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FF6B6B"/>
                </a:solidFill>
              </a:rPr>
              <a:t>Causa #1 de bugs em projetos com botões e sensores digitais</a:t>
            </a:r>
          </a:p>
        </p:txBody>
      </p:sp>
    </p:spTree>
    <p:extLst>
      <p:ext uri="{BB962C8B-B14F-4D97-AF65-F5344CB8AC3E}">
        <p14:creationId xmlns:p14="http://schemas.microsoft.com/office/powerpoint/2010/main" val="1700771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7D9A39E9-61AC-44A6-A1CC-C76275EB017C}"/>
              </a:ext>
            </a:extLst>
          </p:cNvPr>
          <p:cNvSpPr/>
          <p:nvPr/>
        </p:nvSpPr>
        <p:spPr>
          <a:xfrm>
            <a:off x="457200" y="1600200"/>
            <a:ext cx="76200" cy="1828800"/>
          </a:xfrm>
          <a:prstGeom prst="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SectionNum">
            <a:extLst>
              <a:ext uri="{FF2B5EF4-FFF2-40B4-BE49-F238E27FC236}">
                <a16:creationId xmlns:a16="http://schemas.microsoft.com/office/drawing/2014/main" id="{39F80F20-67D2-4CA6-8DB6-6B6C1D37D43C}"/>
              </a:ext>
            </a:extLst>
          </p:cNvPr>
          <p:cNvSpPr txBox="1"/>
          <p:nvPr/>
        </p:nvSpPr>
        <p:spPr>
          <a:xfrm>
            <a:off x="685800" y="15240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5400" b="1" dirty="0">
                <a:solidFill>
                  <a:srgbClr val="7C4DFF">
                    <a:alpha val="30000"/>
                  </a:srgbClr>
                </a:solidFill>
              </a:rPr>
              <a:t>02</a:t>
            </a:r>
          </a:p>
        </p:txBody>
      </p:sp>
      <p:sp>
        <p:nvSpPr>
          <p:cNvPr id="4" name="SectionTitle">
            <a:extLst>
              <a:ext uri="{FF2B5EF4-FFF2-40B4-BE49-F238E27FC236}">
                <a16:creationId xmlns:a16="http://schemas.microsoft.com/office/drawing/2014/main" id="{7981FE71-5C51-4FCF-BB7C-DC30146E8BDC}"/>
              </a:ext>
            </a:extLst>
          </p:cNvPr>
          <p:cNvSpPr txBox="1"/>
          <p:nvPr/>
        </p:nvSpPr>
        <p:spPr>
          <a:xfrm>
            <a:off x="685800" y="2133600"/>
            <a:ext cx="787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3200" b="1" dirty="0">
                <a:solidFill>
                  <a:srgbClr val="F0F0F0"/>
                </a:solidFill>
              </a:rPr>
              <a:t>Resistores Pull-up &amp; Pull-down</a:t>
            </a:r>
          </a:p>
        </p:txBody>
      </p:sp>
      <p:sp>
        <p:nvSpPr>
          <p:cNvPr id="5" name="SectionDesc">
            <a:extLst>
              <a:ext uri="{FF2B5EF4-FFF2-40B4-BE49-F238E27FC236}">
                <a16:creationId xmlns:a16="http://schemas.microsoft.com/office/drawing/2014/main" id="{FA6038C1-84EA-4F52-880F-61313033B6E8}"/>
              </a:ext>
            </a:extLst>
          </p:cNvPr>
          <p:cNvSpPr txBox="1"/>
          <p:nvPr/>
        </p:nvSpPr>
        <p:spPr>
          <a:xfrm>
            <a:off x="685800" y="2819400"/>
            <a:ext cx="787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800" dirty="0">
                <a:solidFill>
                  <a:srgbClr val="B0BEC5"/>
                </a:solidFill>
              </a:rPr>
              <a:t>Garantindo estados lógicos definidos nas entradas GPIO</a:t>
            </a:r>
          </a:p>
        </p:txBody>
      </p:sp>
      <p:sp>
        <p:nvSpPr>
          <p:cNvPr id="6" name="DecoCircle1">
            <a:extLst>
              <a:ext uri="{FF2B5EF4-FFF2-40B4-BE49-F238E27FC236}">
                <a16:creationId xmlns:a16="http://schemas.microsoft.com/office/drawing/2014/main" id="{2A39FC89-FE8C-4611-95C0-204C1078BFD4}"/>
              </a:ext>
            </a:extLst>
          </p:cNvPr>
          <p:cNvSpPr/>
          <p:nvPr/>
        </p:nvSpPr>
        <p:spPr>
          <a:xfrm>
            <a:off x="8686800" y="762000"/>
            <a:ext cx="2286000" cy="2286000"/>
          </a:xfrm>
          <a:solidFill>
            <a:srgbClr val="7C4DFF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DecoCircle2">
            <a:extLst>
              <a:ext uri="{FF2B5EF4-FFF2-40B4-BE49-F238E27FC236}">
                <a16:creationId xmlns:a16="http://schemas.microsoft.com/office/drawing/2014/main" id="{F99FE61E-F61C-4D70-86AB-AA42246D53AB}"/>
              </a:ext>
            </a:extLst>
          </p:cNvPr>
          <p:cNvSpPr/>
          <p:nvPr/>
        </p:nvSpPr>
        <p:spPr>
          <a:xfrm>
            <a:off x="9601200" y="2743200"/>
            <a:ext cx="1524000" cy="1524000"/>
          </a:xfrm>
          <a:solidFill>
            <a:srgbClr val="00D9FF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Pill0">
            <a:extLst>
              <a:ext uri="{FF2B5EF4-FFF2-40B4-BE49-F238E27FC236}">
                <a16:creationId xmlns:a16="http://schemas.microsoft.com/office/drawing/2014/main" id="{0A8B7836-6EDA-4DB6-BF57-8E6250B834F8}"/>
              </a:ext>
            </a:extLst>
          </p:cNvPr>
          <p:cNvSpPr/>
          <p:nvPr/>
        </p:nvSpPr>
        <p:spPr>
          <a:xfrm>
            <a:off x="685800" y="3657600"/>
            <a:ext cx="1371600" cy="381000"/>
          </a:xfrm>
          <a:prstGeom prst="roundRect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Pull-up</a:t>
            </a:r>
          </a:p>
        </p:txBody>
      </p:sp>
      <p:sp>
        <p:nvSpPr>
          <p:cNvPr id="9" name="Pill1">
            <a:extLst>
              <a:ext uri="{FF2B5EF4-FFF2-40B4-BE49-F238E27FC236}">
                <a16:creationId xmlns:a16="http://schemas.microsoft.com/office/drawing/2014/main" id="{22515D50-5A1A-4979-9D73-441ACF663C9E}"/>
              </a:ext>
            </a:extLst>
          </p:cNvPr>
          <p:cNvSpPr/>
          <p:nvPr/>
        </p:nvSpPr>
        <p:spPr>
          <a:xfrm>
            <a:off x="2209800" y="3657600"/>
            <a:ext cx="1371600" cy="381000"/>
          </a:xfrm>
          <a:prstGeom prst="round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FFFFFF"/>
                </a:solidFill>
              </a:rPr>
              <a:t>Pull-down</a:t>
            </a:r>
          </a:p>
        </p:txBody>
      </p:sp>
      <p:sp>
        <p:nvSpPr>
          <p:cNvPr id="10" name="Pill2">
            <a:extLst>
              <a:ext uri="{FF2B5EF4-FFF2-40B4-BE49-F238E27FC236}">
                <a16:creationId xmlns:a16="http://schemas.microsoft.com/office/drawing/2014/main" id="{1722482C-2925-430C-A3E1-73FE4D386425}"/>
              </a:ext>
            </a:extLst>
          </p:cNvPr>
          <p:cNvSpPr/>
          <p:nvPr/>
        </p:nvSpPr>
        <p:spPr>
          <a:xfrm>
            <a:off x="3733800" y="3657600"/>
            <a:ext cx="1371600" cy="381000"/>
          </a:xfrm>
          <a:prstGeom prst="round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Interno</a:t>
            </a:r>
          </a:p>
        </p:txBody>
      </p:sp>
      <p:sp>
        <p:nvSpPr>
          <p:cNvPr id="11" name="Pill3">
            <a:extLst>
              <a:ext uri="{FF2B5EF4-FFF2-40B4-BE49-F238E27FC236}">
                <a16:creationId xmlns:a16="http://schemas.microsoft.com/office/drawing/2014/main" id="{4AA55746-5AA7-48CA-AD49-1F07B13A5F3F}"/>
              </a:ext>
            </a:extLst>
          </p:cNvPr>
          <p:cNvSpPr/>
          <p:nvPr/>
        </p:nvSpPr>
        <p:spPr>
          <a:xfrm>
            <a:off x="5257800" y="3657600"/>
            <a:ext cx="1371600" cy="381000"/>
          </a:xfrm>
          <a:prstGeom prst="roundRect">
            <a:avLst/>
          </a:prstGeom>
          <a:solidFill>
            <a:srgbClr val="FFD5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Externo</a:t>
            </a:r>
          </a:p>
        </p:txBody>
      </p:sp>
    </p:spTree>
    <p:extLst>
      <p:ext uri="{BB962C8B-B14F-4D97-AF65-F5344CB8AC3E}">
        <p14:creationId xmlns:p14="http://schemas.microsoft.com/office/powerpoint/2010/main" val="289888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7D3A30A-8BA1-4A46-8154-BB30331CC987}"/>
              </a:ext>
            </a:extLst>
          </p:cNvPr>
          <p:cNvSpPr txBox="1"/>
          <p:nvPr/>
        </p:nvSpPr>
        <p:spPr>
          <a:xfrm>
            <a:off x="457200" y="228600"/>
            <a:ext cx="889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400" b="1" dirty="0">
                <a:solidFill>
                  <a:srgbClr val="F0F0F0"/>
                </a:solidFill>
              </a:rPr>
              <a:t>Resistor </a:t>
            </a:r>
            <a:r>
              <a:rPr lang="pt-BR" sz="2400" b="1" dirty="0">
                <a:solidFill>
                  <a:srgbClr val="00D9FF"/>
                </a:solidFill>
              </a:rPr>
              <a:t>Pull-up</a:t>
            </a:r>
            <a:r>
              <a:rPr lang="pt-BR" sz="2400" b="1" dirty="0">
                <a:solidFill>
                  <a:srgbClr val="F0F0F0"/>
                </a:solidFill>
              </a:rPr>
              <a:t> — Conceito e Circuito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47E4B08-29D5-4808-8C8A-7C994914BCF4}"/>
              </a:ext>
            </a:extLst>
          </p:cNvPr>
          <p:cNvSpPr txBox="1"/>
          <p:nvPr/>
        </p:nvSpPr>
        <p:spPr>
          <a:xfrm>
            <a:off x="457200" y="685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dirty="0">
                <a:solidFill>
                  <a:srgbClr val="B0BEC5"/>
                </a:solidFill>
              </a:rPr>
              <a:t>Mantém o pino em HIGH quando o botão não está pressionado</a:t>
            </a:r>
          </a:p>
        </p:txBody>
      </p:sp>
      <p:sp>
        <p:nvSpPr>
          <p:cNvPr id="4" name="CircuitBg">
            <a:extLst>
              <a:ext uri="{FF2B5EF4-FFF2-40B4-BE49-F238E27FC236}">
                <a16:creationId xmlns:a16="http://schemas.microsoft.com/office/drawing/2014/main" id="{12639AF3-62A2-4CF5-876F-8615E312BD39}"/>
              </a:ext>
            </a:extLst>
          </p:cNvPr>
          <p:cNvSpPr/>
          <p:nvPr/>
        </p:nvSpPr>
        <p:spPr>
          <a:xfrm>
            <a:off x="457200" y="1143000"/>
            <a:ext cx="5588000" cy="4064000"/>
          </a:xfrm>
          <a:prstGeom prst="roundRect">
            <a:avLst/>
          </a:prstGeom>
          <a:solidFill>
            <a:srgbClr val="0D1117"/>
          </a:solidFill>
          <a:ln w="25400" cap="flat" cmpd="sng" algn="ctr">
            <a:solidFill>
              <a:srgbClr val="00D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CircuitLabel">
            <a:extLst>
              <a:ext uri="{FF2B5EF4-FFF2-40B4-BE49-F238E27FC236}">
                <a16:creationId xmlns:a16="http://schemas.microsoft.com/office/drawing/2014/main" id="{4C61FB43-429F-4D28-8301-0EEE317BC7DA}"/>
              </a:ext>
            </a:extLst>
          </p:cNvPr>
          <p:cNvSpPr txBox="1"/>
          <p:nvPr/>
        </p:nvSpPr>
        <p:spPr>
          <a:xfrm>
            <a:off x="1041400" y="12319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 b="1" dirty="0">
                <a:solidFill>
                  <a:srgbClr val="00D9FF"/>
                </a:solidFill>
              </a:rPr>
              <a:t>Esquema Elétrico — Pull-up</a:t>
            </a:r>
          </a:p>
        </p:txBody>
      </p:sp>
      <p:sp>
        <p:nvSpPr>
          <p:cNvPr id="6" name="VccLine">
            <a:extLst>
              <a:ext uri="{FF2B5EF4-FFF2-40B4-BE49-F238E27FC236}">
                <a16:creationId xmlns:a16="http://schemas.microsoft.com/office/drawing/2014/main" id="{F3CAC1F9-73BD-4E20-871B-95E731CE75CD}"/>
              </a:ext>
            </a:extLst>
          </p:cNvPr>
          <p:cNvSpPr/>
          <p:nvPr/>
        </p:nvSpPr>
        <p:spPr>
          <a:xfrm>
            <a:off x="1778000" y="1651000"/>
            <a:ext cx="25400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VccLabel">
            <a:extLst>
              <a:ext uri="{FF2B5EF4-FFF2-40B4-BE49-F238E27FC236}">
                <a16:creationId xmlns:a16="http://schemas.microsoft.com/office/drawing/2014/main" id="{29C8C9BD-9AFD-4058-A01D-38BA60638601}"/>
              </a:ext>
            </a:extLst>
          </p:cNvPr>
          <p:cNvSpPr txBox="1"/>
          <p:nvPr/>
        </p:nvSpPr>
        <p:spPr>
          <a:xfrm>
            <a:off x="1270000" y="14986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FF6B6B"/>
                </a:solidFill>
                <a:latin typeface="Consolas"/>
              </a:rPr>
              <a:t>3.3V</a:t>
            </a:r>
          </a:p>
        </p:txBody>
      </p:sp>
      <p:sp>
        <p:nvSpPr>
          <p:cNvPr id="8" name="Resistor">
            <a:extLst>
              <a:ext uri="{FF2B5EF4-FFF2-40B4-BE49-F238E27FC236}">
                <a16:creationId xmlns:a16="http://schemas.microsoft.com/office/drawing/2014/main" id="{FB4E61DA-9994-406A-B78E-5A49B6ADB509}"/>
              </a:ext>
            </a:extLst>
          </p:cNvPr>
          <p:cNvSpPr/>
          <p:nvPr/>
        </p:nvSpPr>
        <p:spPr>
          <a:xfrm>
            <a:off x="2946400" y="1689100"/>
            <a:ext cx="203200" cy="762000"/>
          </a:xfrm>
          <a:prstGeom prst="rect">
            <a:avLst/>
          </a:prstGeom>
          <a:solidFill>
            <a:srgbClr val="FFD54F"/>
          </a:solidFill>
          <a:ln w="12700" cap="flat" cmpd="sng" algn="ctr">
            <a:solidFill>
              <a:srgbClr val="B0BE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ResLabel">
            <a:extLst>
              <a:ext uri="{FF2B5EF4-FFF2-40B4-BE49-F238E27FC236}">
                <a16:creationId xmlns:a16="http://schemas.microsoft.com/office/drawing/2014/main" id="{9FAE344B-B5AD-4E4C-AACC-6C195DF30836}"/>
              </a:ext>
            </a:extLst>
          </p:cNvPr>
          <p:cNvSpPr txBox="1"/>
          <p:nvPr/>
        </p:nvSpPr>
        <p:spPr>
          <a:xfrm>
            <a:off x="3200400" y="19050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FFD54F"/>
                </a:solidFill>
                <a:latin typeface="Consolas"/>
              </a:rPr>
              <a:t>10kΩ</a:t>
            </a:r>
          </a:p>
        </p:txBody>
      </p:sp>
      <p:sp>
        <p:nvSpPr>
          <p:cNvPr id="10" name="Wire1">
            <a:extLst>
              <a:ext uri="{FF2B5EF4-FFF2-40B4-BE49-F238E27FC236}">
                <a16:creationId xmlns:a16="http://schemas.microsoft.com/office/drawing/2014/main" id="{0CF70B67-C048-4991-B081-4B2FAFBBA57F}"/>
              </a:ext>
            </a:extLst>
          </p:cNvPr>
          <p:cNvSpPr/>
          <p:nvPr/>
        </p:nvSpPr>
        <p:spPr>
          <a:xfrm>
            <a:off x="3022600" y="2451100"/>
            <a:ext cx="38100" cy="381000"/>
          </a:xfrm>
          <a:prstGeom prst="rect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GpioNode">
            <a:extLst>
              <a:ext uri="{FF2B5EF4-FFF2-40B4-BE49-F238E27FC236}">
                <a16:creationId xmlns:a16="http://schemas.microsoft.com/office/drawing/2014/main" id="{19589688-8A67-4F29-AE3E-96CDED23711D}"/>
              </a:ext>
            </a:extLst>
          </p:cNvPr>
          <p:cNvSpPr/>
          <p:nvPr/>
        </p:nvSpPr>
        <p:spPr>
          <a:xfrm>
            <a:off x="2857500" y="2832100"/>
            <a:ext cx="381000" cy="381000"/>
          </a:xfrm>
          <a:prstGeom prst="ellipse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GpioLabel">
            <a:extLst>
              <a:ext uri="{FF2B5EF4-FFF2-40B4-BE49-F238E27FC236}">
                <a16:creationId xmlns:a16="http://schemas.microsoft.com/office/drawing/2014/main" id="{598A7A56-9CB8-47C4-B5E4-D24F084E4D4C}"/>
              </a:ext>
            </a:extLst>
          </p:cNvPr>
          <p:cNvSpPr txBox="1"/>
          <p:nvPr/>
        </p:nvSpPr>
        <p:spPr>
          <a:xfrm>
            <a:off x="3276600" y="2870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00D9FF"/>
                </a:solidFill>
                <a:latin typeface="Consolas"/>
              </a:rPr>
              <a:t>GPIO</a:t>
            </a:r>
          </a:p>
        </p:txBody>
      </p:sp>
      <p:sp>
        <p:nvSpPr>
          <p:cNvPr id="13" name="Wire2">
            <a:extLst>
              <a:ext uri="{FF2B5EF4-FFF2-40B4-BE49-F238E27FC236}">
                <a16:creationId xmlns:a16="http://schemas.microsoft.com/office/drawing/2014/main" id="{4DA8BCEF-9C19-4828-90A2-5522CAD54F4D}"/>
              </a:ext>
            </a:extLst>
          </p:cNvPr>
          <p:cNvSpPr/>
          <p:nvPr/>
        </p:nvSpPr>
        <p:spPr>
          <a:xfrm>
            <a:off x="3022600" y="3213100"/>
            <a:ext cx="38100" cy="381000"/>
          </a:xfrm>
          <a:prstGeom prst="rect">
            <a:avLst/>
          </a:prstGeom>
          <a:solidFill>
            <a:srgbClr val="B0BE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Button">
            <a:extLst>
              <a:ext uri="{FF2B5EF4-FFF2-40B4-BE49-F238E27FC236}">
                <a16:creationId xmlns:a16="http://schemas.microsoft.com/office/drawing/2014/main" id="{CE654376-8D95-4B4F-BAE4-8858B3BF1AA9}"/>
              </a:ext>
            </a:extLst>
          </p:cNvPr>
          <p:cNvSpPr/>
          <p:nvPr/>
        </p:nvSpPr>
        <p:spPr>
          <a:xfrm>
            <a:off x="2730500" y="3594100"/>
            <a:ext cx="635000" cy="381000"/>
          </a:xfrm>
          <a:prstGeom prst="round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BtnLabel">
            <a:extLst>
              <a:ext uri="{FF2B5EF4-FFF2-40B4-BE49-F238E27FC236}">
                <a16:creationId xmlns:a16="http://schemas.microsoft.com/office/drawing/2014/main" id="{AE1DCCAB-9CB7-4AC3-A34D-2CAAE87653C6}"/>
              </a:ext>
            </a:extLst>
          </p:cNvPr>
          <p:cNvSpPr txBox="1"/>
          <p:nvPr/>
        </p:nvSpPr>
        <p:spPr>
          <a:xfrm>
            <a:off x="3429000" y="3632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F0F0F0"/>
                </a:solidFill>
                <a:latin typeface="Consolas"/>
              </a:rPr>
              <a:t>BTN</a:t>
            </a:r>
          </a:p>
        </p:txBody>
      </p:sp>
      <p:sp>
        <p:nvSpPr>
          <p:cNvPr id="16" name="Wire3">
            <a:extLst>
              <a:ext uri="{FF2B5EF4-FFF2-40B4-BE49-F238E27FC236}">
                <a16:creationId xmlns:a16="http://schemas.microsoft.com/office/drawing/2014/main" id="{619BFFC2-288C-4F5C-AEC9-AFEEEB07A750}"/>
              </a:ext>
            </a:extLst>
          </p:cNvPr>
          <p:cNvSpPr/>
          <p:nvPr/>
        </p:nvSpPr>
        <p:spPr>
          <a:xfrm>
            <a:off x="3022600" y="3975100"/>
            <a:ext cx="38100" cy="381000"/>
          </a:xfrm>
          <a:prstGeom prst="rect">
            <a:avLst/>
          </a:prstGeom>
          <a:solidFill>
            <a:srgbClr val="B0BE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GndLine">
            <a:extLst>
              <a:ext uri="{FF2B5EF4-FFF2-40B4-BE49-F238E27FC236}">
                <a16:creationId xmlns:a16="http://schemas.microsoft.com/office/drawing/2014/main" id="{687B4D4A-93A9-47BA-8309-3BE81D0B8D07}"/>
              </a:ext>
            </a:extLst>
          </p:cNvPr>
          <p:cNvSpPr/>
          <p:nvPr/>
        </p:nvSpPr>
        <p:spPr>
          <a:xfrm>
            <a:off x="1778000" y="4356100"/>
            <a:ext cx="25400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GndLabel">
            <a:extLst>
              <a:ext uri="{FF2B5EF4-FFF2-40B4-BE49-F238E27FC236}">
                <a16:creationId xmlns:a16="http://schemas.microsoft.com/office/drawing/2014/main" id="{B27619DD-9514-4346-BEB8-1F5F625FE948}"/>
              </a:ext>
            </a:extLst>
          </p:cNvPr>
          <p:cNvSpPr txBox="1"/>
          <p:nvPr/>
        </p:nvSpPr>
        <p:spPr>
          <a:xfrm>
            <a:off x="1270000" y="42672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00E676"/>
                </a:solidFill>
                <a:latin typeface="Consolas"/>
              </a:rPr>
              <a:t>GND</a:t>
            </a:r>
          </a:p>
        </p:txBody>
      </p:sp>
      <p:sp>
        <p:nvSpPr>
          <p:cNvPr id="19" name="StateInfo">
            <a:extLst>
              <a:ext uri="{FF2B5EF4-FFF2-40B4-BE49-F238E27FC236}">
                <a16:creationId xmlns:a16="http://schemas.microsoft.com/office/drawing/2014/main" id="{C7117392-48B3-4513-992B-3FC76A91A275}"/>
              </a:ext>
            </a:extLst>
          </p:cNvPr>
          <p:cNvSpPr txBox="1"/>
          <p:nvPr/>
        </p:nvSpPr>
        <p:spPr>
          <a:xfrm>
            <a:off x="4572000" y="2286000"/>
            <a:ext cx="139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000" dirty="0">
                <a:solidFill>
                  <a:srgbClr val="00E676"/>
                </a:solidFill>
              </a:rPr>
              <a:t>Solto → HIGH</a:t>
            </a:r>
          </a:p>
          <a:p>
            <a:pPr algn="l">
              <a:buNone/>
            </a:pPr>
            <a:r>
              <a:rPr lang="pt-BR" sz="1000" dirty="0">
                <a:solidFill>
                  <a:srgbClr val="FF6B6B"/>
                </a:solidFill>
              </a:rPr>
              <a:t>Pressionado → LOW</a:t>
            </a:r>
          </a:p>
        </p:txBody>
      </p:sp>
      <p:sp>
        <p:nvSpPr>
          <p:cNvPr id="20" name="Card0">
            <a:extLst>
              <a:ext uri="{FF2B5EF4-FFF2-40B4-BE49-F238E27FC236}">
                <a16:creationId xmlns:a16="http://schemas.microsoft.com/office/drawing/2014/main" id="{656BA9FA-F62B-47FF-B8E8-81044EAF841A}"/>
              </a:ext>
            </a:extLst>
          </p:cNvPr>
          <p:cNvSpPr/>
          <p:nvPr/>
        </p:nvSpPr>
        <p:spPr>
          <a:xfrm>
            <a:off x="6350000" y="1143000"/>
            <a:ext cx="5384800" cy="12065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00D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CardTitle0">
            <a:extLst>
              <a:ext uri="{FF2B5EF4-FFF2-40B4-BE49-F238E27FC236}">
                <a16:creationId xmlns:a16="http://schemas.microsoft.com/office/drawing/2014/main" id="{89588B12-734A-4F71-88A8-15FED2564274}"/>
              </a:ext>
            </a:extLst>
          </p:cNvPr>
          <p:cNvSpPr txBox="1"/>
          <p:nvPr/>
        </p:nvSpPr>
        <p:spPr>
          <a:xfrm>
            <a:off x="6540500" y="1270000"/>
            <a:ext cx="5016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00D9FF"/>
                </a:solidFill>
              </a:rPr>
              <a:t>Como Funciona</a:t>
            </a:r>
          </a:p>
        </p:txBody>
      </p:sp>
      <p:sp>
        <p:nvSpPr>
          <p:cNvPr id="22" name="CardDesc0">
            <a:extLst>
              <a:ext uri="{FF2B5EF4-FFF2-40B4-BE49-F238E27FC236}">
                <a16:creationId xmlns:a16="http://schemas.microsoft.com/office/drawing/2014/main" id="{EE07913F-91AC-453B-8908-513B060ACD40}"/>
              </a:ext>
            </a:extLst>
          </p:cNvPr>
          <p:cNvSpPr txBox="1"/>
          <p:nvPr/>
        </p:nvSpPr>
        <p:spPr>
          <a:xfrm>
            <a:off x="6540500" y="1625600"/>
            <a:ext cx="501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O resistor conecta o pino ao VCC (3.3V). Sem pressão no botão, a corrente mantém o pino em HIGH. Ao pressionar, o pino é puxado para GND (LOW).</a:t>
            </a:r>
          </a:p>
        </p:txBody>
      </p:sp>
      <p:sp>
        <p:nvSpPr>
          <p:cNvPr id="23" name="Card1">
            <a:extLst>
              <a:ext uri="{FF2B5EF4-FFF2-40B4-BE49-F238E27FC236}">
                <a16:creationId xmlns:a16="http://schemas.microsoft.com/office/drawing/2014/main" id="{D015534D-5256-4C72-8C21-C4BC7C22C357}"/>
              </a:ext>
            </a:extLst>
          </p:cNvPr>
          <p:cNvSpPr/>
          <p:nvPr/>
        </p:nvSpPr>
        <p:spPr>
          <a:xfrm>
            <a:off x="6350000" y="2540000"/>
            <a:ext cx="5384800" cy="12065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7C4D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CardTitle1">
            <a:extLst>
              <a:ext uri="{FF2B5EF4-FFF2-40B4-BE49-F238E27FC236}">
                <a16:creationId xmlns:a16="http://schemas.microsoft.com/office/drawing/2014/main" id="{2A8D5666-CC46-4C3E-934A-BC2DA0A45331}"/>
              </a:ext>
            </a:extLst>
          </p:cNvPr>
          <p:cNvSpPr txBox="1"/>
          <p:nvPr/>
        </p:nvSpPr>
        <p:spPr>
          <a:xfrm>
            <a:off x="6540500" y="2667000"/>
            <a:ext cx="5016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7C4DFF"/>
                </a:solidFill>
              </a:rPr>
              <a:t>Quando Usar</a:t>
            </a:r>
          </a:p>
        </p:txBody>
      </p:sp>
      <p:sp>
        <p:nvSpPr>
          <p:cNvPr id="25" name="CardDesc1">
            <a:extLst>
              <a:ext uri="{FF2B5EF4-FFF2-40B4-BE49-F238E27FC236}">
                <a16:creationId xmlns:a16="http://schemas.microsoft.com/office/drawing/2014/main" id="{63456B99-FBE2-4549-984C-C3BEB3F7EF51}"/>
              </a:ext>
            </a:extLst>
          </p:cNvPr>
          <p:cNvSpPr txBox="1"/>
          <p:nvPr/>
        </p:nvSpPr>
        <p:spPr>
          <a:xfrm>
            <a:off x="6540500" y="3022600"/>
            <a:ext cx="501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Ideal para botões que conectam ao GND quando pressionados. Padrão mais comum em circuitos com ESP32 e Arduino.</a:t>
            </a:r>
          </a:p>
        </p:txBody>
      </p:sp>
      <p:sp>
        <p:nvSpPr>
          <p:cNvPr id="26" name="Card2">
            <a:extLst>
              <a:ext uri="{FF2B5EF4-FFF2-40B4-BE49-F238E27FC236}">
                <a16:creationId xmlns:a16="http://schemas.microsoft.com/office/drawing/2014/main" id="{691D1B3E-041F-4E85-BD26-83E3F9CEA95A}"/>
              </a:ext>
            </a:extLst>
          </p:cNvPr>
          <p:cNvSpPr/>
          <p:nvPr/>
        </p:nvSpPr>
        <p:spPr>
          <a:xfrm>
            <a:off x="6350000" y="3937000"/>
            <a:ext cx="5384800" cy="12065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00E6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7" name="CardTitle2">
            <a:extLst>
              <a:ext uri="{FF2B5EF4-FFF2-40B4-BE49-F238E27FC236}">
                <a16:creationId xmlns:a16="http://schemas.microsoft.com/office/drawing/2014/main" id="{7872FFE4-5F97-43EE-8F12-728126E5129B}"/>
              </a:ext>
            </a:extLst>
          </p:cNvPr>
          <p:cNvSpPr txBox="1"/>
          <p:nvPr/>
        </p:nvSpPr>
        <p:spPr>
          <a:xfrm>
            <a:off x="6540500" y="4064000"/>
            <a:ext cx="5016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00E676"/>
                </a:solidFill>
              </a:rPr>
              <a:t>Lógica Invertida</a:t>
            </a:r>
          </a:p>
        </p:txBody>
      </p:sp>
      <p:sp>
        <p:nvSpPr>
          <p:cNvPr id="28" name="CardDesc2">
            <a:extLst>
              <a:ext uri="{FF2B5EF4-FFF2-40B4-BE49-F238E27FC236}">
                <a16:creationId xmlns:a16="http://schemas.microsoft.com/office/drawing/2014/main" id="{A1C88BF3-0D6E-46D1-82DD-C5C41A224422}"/>
              </a:ext>
            </a:extLst>
          </p:cNvPr>
          <p:cNvSpPr txBox="1"/>
          <p:nvPr/>
        </p:nvSpPr>
        <p:spPr>
          <a:xfrm>
            <a:off x="6540500" y="4419600"/>
            <a:ext cx="501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Atenção: botão pressionado = LOW (0), solto = HIGH (1). A lógica é inversa ao intuitivo — trate no código!</a:t>
            </a:r>
          </a:p>
        </p:txBody>
      </p:sp>
      <p:sp>
        <p:nvSpPr>
          <p:cNvPr id="29" name="FootDot">
            <a:extLst>
              <a:ext uri="{FF2B5EF4-FFF2-40B4-BE49-F238E27FC236}">
                <a16:creationId xmlns:a16="http://schemas.microsoft.com/office/drawing/2014/main" id="{DC5DF88F-4404-4D60-AD02-55C56395BCBD}"/>
              </a:ext>
            </a:extLst>
          </p:cNvPr>
          <p:cNvSpPr/>
          <p:nvPr/>
        </p:nvSpPr>
        <p:spPr>
          <a:xfrm>
            <a:off x="457200" y="5461000"/>
            <a:ext cx="101600" cy="101600"/>
          </a:xfrm>
          <a:prstGeom prst="ellipse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0" name="FootText">
            <a:extLst>
              <a:ext uri="{FF2B5EF4-FFF2-40B4-BE49-F238E27FC236}">
                <a16:creationId xmlns:a16="http://schemas.microsoft.com/office/drawing/2014/main" id="{469D4C52-264D-4367-9BFD-A4B7BFC764FF}"/>
              </a:ext>
            </a:extLst>
          </p:cNvPr>
          <p:cNvSpPr txBox="1"/>
          <p:nvPr/>
        </p:nvSpPr>
        <p:spPr>
          <a:xfrm>
            <a:off x="685800" y="53848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B0BEC5"/>
                </a:solidFill>
              </a:rPr>
              <a:t>Valor típico: 10kΩ • Consumo: ~0.33mA a 3.3V</a:t>
            </a:r>
          </a:p>
        </p:txBody>
      </p:sp>
    </p:spTree>
    <p:extLst>
      <p:ext uri="{BB962C8B-B14F-4D97-AF65-F5344CB8AC3E}">
        <p14:creationId xmlns:p14="http://schemas.microsoft.com/office/powerpoint/2010/main" val="985845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A7C16C8-82A5-4CE6-BAAE-F8D00BDB75A6}"/>
              </a:ext>
            </a:extLst>
          </p:cNvPr>
          <p:cNvSpPr txBox="1"/>
          <p:nvPr/>
        </p:nvSpPr>
        <p:spPr>
          <a:xfrm>
            <a:off x="457200" y="228600"/>
            <a:ext cx="889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400" b="1" dirty="0">
                <a:solidFill>
                  <a:srgbClr val="F0F0F0"/>
                </a:solidFill>
              </a:rPr>
              <a:t>Resistor </a:t>
            </a:r>
            <a:r>
              <a:rPr lang="pt-BR" sz="2400" b="1" dirty="0">
                <a:solidFill>
                  <a:srgbClr val="7C4DFF"/>
                </a:solidFill>
              </a:rPr>
              <a:t>Pull-down</a:t>
            </a:r>
            <a:r>
              <a:rPr lang="pt-BR" sz="2400" b="1" dirty="0">
                <a:solidFill>
                  <a:srgbClr val="F0F0F0"/>
                </a:solidFill>
              </a:rPr>
              <a:t> — Conceito e Circuito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5763C3A-7223-49D3-AD4E-FC253C4CB953}"/>
              </a:ext>
            </a:extLst>
          </p:cNvPr>
          <p:cNvSpPr txBox="1"/>
          <p:nvPr/>
        </p:nvSpPr>
        <p:spPr>
          <a:xfrm>
            <a:off x="457200" y="685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dirty="0">
                <a:solidFill>
                  <a:srgbClr val="B0BEC5"/>
                </a:solidFill>
              </a:rPr>
              <a:t>Mantém o pino em LOW quando o botão não está pressionado</a:t>
            </a:r>
          </a:p>
        </p:txBody>
      </p:sp>
      <p:sp>
        <p:nvSpPr>
          <p:cNvPr id="4" name="CircuitBg">
            <a:extLst>
              <a:ext uri="{FF2B5EF4-FFF2-40B4-BE49-F238E27FC236}">
                <a16:creationId xmlns:a16="http://schemas.microsoft.com/office/drawing/2014/main" id="{DBD6CEEE-B1F7-49A8-A2F7-5452DC481B63}"/>
              </a:ext>
            </a:extLst>
          </p:cNvPr>
          <p:cNvSpPr/>
          <p:nvPr/>
        </p:nvSpPr>
        <p:spPr>
          <a:xfrm>
            <a:off x="457200" y="1143000"/>
            <a:ext cx="5588000" cy="4064000"/>
          </a:xfrm>
          <a:prstGeom prst="roundRect">
            <a:avLst/>
          </a:prstGeom>
          <a:solidFill>
            <a:srgbClr val="0D1117"/>
          </a:solidFill>
          <a:ln w="25400" cap="flat" cmpd="sng" algn="ctr">
            <a:solidFill>
              <a:srgbClr val="7C4D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CircuitLabel">
            <a:extLst>
              <a:ext uri="{FF2B5EF4-FFF2-40B4-BE49-F238E27FC236}">
                <a16:creationId xmlns:a16="http://schemas.microsoft.com/office/drawing/2014/main" id="{F429DF3B-A627-41FC-95E6-C7555DE35A1F}"/>
              </a:ext>
            </a:extLst>
          </p:cNvPr>
          <p:cNvSpPr txBox="1"/>
          <p:nvPr/>
        </p:nvSpPr>
        <p:spPr>
          <a:xfrm>
            <a:off x="584200" y="12192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 b="1" dirty="0">
                <a:solidFill>
                  <a:srgbClr val="7C4DFF"/>
                </a:solidFill>
              </a:rPr>
              <a:t>Esquema Elétrico — Pull-down</a:t>
            </a:r>
          </a:p>
        </p:txBody>
      </p:sp>
      <p:sp>
        <p:nvSpPr>
          <p:cNvPr id="6" name="VccLine">
            <a:extLst>
              <a:ext uri="{FF2B5EF4-FFF2-40B4-BE49-F238E27FC236}">
                <a16:creationId xmlns:a16="http://schemas.microsoft.com/office/drawing/2014/main" id="{BBE9BB7A-1F61-409C-8A2A-4FA015BB2529}"/>
              </a:ext>
            </a:extLst>
          </p:cNvPr>
          <p:cNvSpPr/>
          <p:nvPr/>
        </p:nvSpPr>
        <p:spPr>
          <a:xfrm>
            <a:off x="1778000" y="1651000"/>
            <a:ext cx="25400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VccLabel">
            <a:extLst>
              <a:ext uri="{FF2B5EF4-FFF2-40B4-BE49-F238E27FC236}">
                <a16:creationId xmlns:a16="http://schemas.microsoft.com/office/drawing/2014/main" id="{103365BE-47AE-42DC-BA0D-9237FAD0CA1D}"/>
              </a:ext>
            </a:extLst>
          </p:cNvPr>
          <p:cNvSpPr txBox="1"/>
          <p:nvPr/>
        </p:nvSpPr>
        <p:spPr>
          <a:xfrm>
            <a:off x="1270000" y="14986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FF6B6B"/>
                </a:solidFill>
                <a:latin typeface="Consolas"/>
              </a:rPr>
              <a:t>3.3V</a:t>
            </a:r>
          </a:p>
        </p:txBody>
      </p:sp>
      <p:sp>
        <p:nvSpPr>
          <p:cNvPr id="8" name="Button">
            <a:extLst>
              <a:ext uri="{FF2B5EF4-FFF2-40B4-BE49-F238E27FC236}">
                <a16:creationId xmlns:a16="http://schemas.microsoft.com/office/drawing/2014/main" id="{9722DABB-032A-4819-B57F-F08A383005B7}"/>
              </a:ext>
            </a:extLst>
          </p:cNvPr>
          <p:cNvSpPr/>
          <p:nvPr/>
        </p:nvSpPr>
        <p:spPr>
          <a:xfrm>
            <a:off x="2730500" y="1841500"/>
            <a:ext cx="635000" cy="381000"/>
          </a:xfrm>
          <a:prstGeom prst="roundRect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BtnLabel">
            <a:extLst>
              <a:ext uri="{FF2B5EF4-FFF2-40B4-BE49-F238E27FC236}">
                <a16:creationId xmlns:a16="http://schemas.microsoft.com/office/drawing/2014/main" id="{AF72E72C-10E8-41BB-9C6A-ADC09F853D0C}"/>
              </a:ext>
            </a:extLst>
          </p:cNvPr>
          <p:cNvSpPr txBox="1"/>
          <p:nvPr/>
        </p:nvSpPr>
        <p:spPr>
          <a:xfrm>
            <a:off x="3429000" y="18796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F0F0F0"/>
                </a:solidFill>
                <a:latin typeface="Consolas"/>
              </a:rPr>
              <a:t>BTN</a:t>
            </a:r>
          </a:p>
        </p:txBody>
      </p:sp>
      <p:sp>
        <p:nvSpPr>
          <p:cNvPr id="10" name="Wire1">
            <a:extLst>
              <a:ext uri="{FF2B5EF4-FFF2-40B4-BE49-F238E27FC236}">
                <a16:creationId xmlns:a16="http://schemas.microsoft.com/office/drawing/2014/main" id="{92907CCE-FF74-4090-A297-3FAEB52D50C7}"/>
              </a:ext>
            </a:extLst>
          </p:cNvPr>
          <p:cNvSpPr/>
          <p:nvPr/>
        </p:nvSpPr>
        <p:spPr>
          <a:xfrm>
            <a:off x="3022600" y="2222500"/>
            <a:ext cx="38100" cy="609600"/>
          </a:xfrm>
          <a:prstGeom prst="rect">
            <a:avLst/>
          </a:prstGeom>
          <a:solidFill>
            <a:srgbClr val="B0BE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GpioNode">
            <a:extLst>
              <a:ext uri="{FF2B5EF4-FFF2-40B4-BE49-F238E27FC236}">
                <a16:creationId xmlns:a16="http://schemas.microsoft.com/office/drawing/2014/main" id="{370359AB-F919-4326-943A-F7CB303CCC05}"/>
              </a:ext>
            </a:extLst>
          </p:cNvPr>
          <p:cNvSpPr/>
          <p:nvPr/>
        </p:nvSpPr>
        <p:spPr>
          <a:xfrm>
            <a:off x="2857500" y="2832100"/>
            <a:ext cx="381000" cy="381000"/>
          </a:xfrm>
          <a:prstGeom prst="ellipse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GpioLabel">
            <a:extLst>
              <a:ext uri="{FF2B5EF4-FFF2-40B4-BE49-F238E27FC236}">
                <a16:creationId xmlns:a16="http://schemas.microsoft.com/office/drawing/2014/main" id="{0C2F482F-9DCF-40E1-A989-A513D5E6C67D}"/>
              </a:ext>
            </a:extLst>
          </p:cNvPr>
          <p:cNvSpPr txBox="1"/>
          <p:nvPr/>
        </p:nvSpPr>
        <p:spPr>
          <a:xfrm>
            <a:off x="3276600" y="2870200"/>
            <a:ext cx="76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7C4DFF"/>
                </a:solidFill>
                <a:latin typeface="Consolas"/>
              </a:rPr>
              <a:t>GPIO</a:t>
            </a:r>
          </a:p>
        </p:txBody>
      </p:sp>
      <p:sp>
        <p:nvSpPr>
          <p:cNvPr id="13" name="Wire2">
            <a:extLst>
              <a:ext uri="{FF2B5EF4-FFF2-40B4-BE49-F238E27FC236}">
                <a16:creationId xmlns:a16="http://schemas.microsoft.com/office/drawing/2014/main" id="{CC20A6BF-A2F5-4F13-90A6-924629A8B6C9}"/>
              </a:ext>
            </a:extLst>
          </p:cNvPr>
          <p:cNvSpPr/>
          <p:nvPr/>
        </p:nvSpPr>
        <p:spPr>
          <a:xfrm>
            <a:off x="3022600" y="3213100"/>
            <a:ext cx="38100" cy="381000"/>
          </a:xfrm>
          <a:prstGeom prst="rect">
            <a:avLst/>
          </a:prstGeom>
          <a:solidFill>
            <a:srgbClr val="B0BEC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Resistor">
            <a:extLst>
              <a:ext uri="{FF2B5EF4-FFF2-40B4-BE49-F238E27FC236}">
                <a16:creationId xmlns:a16="http://schemas.microsoft.com/office/drawing/2014/main" id="{46E1D529-67AD-4477-9E41-B5B0CB1DF59F}"/>
              </a:ext>
            </a:extLst>
          </p:cNvPr>
          <p:cNvSpPr/>
          <p:nvPr/>
        </p:nvSpPr>
        <p:spPr>
          <a:xfrm>
            <a:off x="2946400" y="3594100"/>
            <a:ext cx="203200" cy="762000"/>
          </a:xfrm>
          <a:prstGeom prst="rect">
            <a:avLst/>
          </a:prstGeom>
          <a:solidFill>
            <a:srgbClr val="FFD54F"/>
          </a:solidFill>
          <a:ln w="12700" cap="flat" cmpd="sng" algn="ctr">
            <a:solidFill>
              <a:srgbClr val="B0BEC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ResLabel">
            <a:extLst>
              <a:ext uri="{FF2B5EF4-FFF2-40B4-BE49-F238E27FC236}">
                <a16:creationId xmlns:a16="http://schemas.microsoft.com/office/drawing/2014/main" id="{5C89E3ED-8030-4D18-B0EA-9F3E1B1032B1}"/>
              </a:ext>
            </a:extLst>
          </p:cNvPr>
          <p:cNvSpPr txBox="1"/>
          <p:nvPr/>
        </p:nvSpPr>
        <p:spPr>
          <a:xfrm>
            <a:off x="3200400" y="3810000"/>
            <a:ext cx="76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FFD54F"/>
                </a:solidFill>
                <a:latin typeface="Consolas"/>
              </a:rPr>
              <a:t>10kΩ</a:t>
            </a:r>
          </a:p>
        </p:txBody>
      </p:sp>
      <p:sp>
        <p:nvSpPr>
          <p:cNvPr id="16" name="GndLine">
            <a:extLst>
              <a:ext uri="{FF2B5EF4-FFF2-40B4-BE49-F238E27FC236}">
                <a16:creationId xmlns:a16="http://schemas.microsoft.com/office/drawing/2014/main" id="{7A21A3E1-A106-4ACD-A694-3EBE7379E636}"/>
              </a:ext>
            </a:extLst>
          </p:cNvPr>
          <p:cNvSpPr/>
          <p:nvPr/>
        </p:nvSpPr>
        <p:spPr>
          <a:xfrm>
            <a:off x="1778000" y="4356100"/>
            <a:ext cx="25400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GndLabel">
            <a:extLst>
              <a:ext uri="{FF2B5EF4-FFF2-40B4-BE49-F238E27FC236}">
                <a16:creationId xmlns:a16="http://schemas.microsoft.com/office/drawing/2014/main" id="{D763F65C-343C-4947-B4C1-1034708F3E50}"/>
              </a:ext>
            </a:extLst>
          </p:cNvPr>
          <p:cNvSpPr txBox="1"/>
          <p:nvPr/>
        </p:nvSpPr>
        <p:spPr>
          <a:xfrm>
            <a:off x="1270000" y="4267200"/>
            <a:ext cx="508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00E676"/>
                </a:solidFill>
                <a:latin typeface="Consolas"/>
              </a:rPr>
              <a:t>GND</a:t>
            </a:r>
          </a:p>
        </p:txBody>
      </p:sp>
      <p:sp>
        <p:nvSpPr>
          <p:cNvPr id="18" name="StateInfo">
            <a:extLst>
              <a:ext uri="{FF2B5EF4-FFF2-40B4-BE49-F238E27FC236}">
                <a16:creationId xmlns:a16="http://schemas.microsoft.com/office/drawing/2014/main" id="{B067D6EC-7CB5-4B54-A6D4-AE7E60B49B9F}"/>
              </a:ext>
            </a:extLst>
          </p:cNvPr>
          <p:cNvSpPr txBox="1"/>
          <p:nvPr/>
        </p:nvSpPr>
        <p:spPr>
          <a:xfrm>
            <a:off x="4572000" y="2286000"/>
            <a:ext cx="1397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000" dirty="0">
                <a:solidFill>
                  <a:srgbClr val="FF6B6B"/>
                </a:solidFill>
              </a:rPr>
              <a:t>Solto → LOW</a:t>
            </a:r>
          </a:p>
          <a:p>
            <a:pPr algn="l">
              <a:buNone/>
            </a:pPr>
            <a:r>
              <a:rPr lang="pt-BR" sz="1000" dirty="0">
                <a:solidFill>
                  <a:srgbClr val="00E676"/>
                </a:solidFill>
              </a:rPr>
              <a:t>Pressionado → HIGH</a:t>
            </a:r>
          </a:p>
        </p:txBody>
      </p:sp>
      <p:sp>
        <p:nvSpPr>
          <p:cNvPr id="19" name="Card0">
            <a:extLst>
              <a:ext uri="{FF2B5EF4-FFF2-40B4-BE49-F238E27FC236}">
                <a16:creationId xmlns:a16="http://schemas.microsoft.com/office/drawing/2014/main" id="{8CFBEF4D-0746-4921-9751-FA190225E05F}"/>
              </a:ext>
            </a:extLst>
          </p:cNvPr>
          <p:cNvSpPr/>
          <p:nvPr/>
        </p:nvSpPr>
        <p:spPr>
          <a:xfrm>
            <a:off x="6350000" y="1143000"/>
            <a:ext cx="5384800" cy="12065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7C4D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CardTitle0">
            <a:extLst>
              <a:ext uri="{FF2B5EF4-FFF2-40B4-BE49-F238E27FC236}">
                <a16:creationId xmlns:a16="http://schemas.microsoft.com/office/drawing/2014/main" id="{342BA194-D543-44C2-A861-ABD917DEC079}"/>
              </a:ext>
            </a:extLst>
          </p:cNvPr>
          <p:cNvSpPr txBox="1"/>
          <p:nvPr/>
        </p:nvSpPr>
        <p:spPr>
          <a:xfrm>
            <a:off x="6540500" y="1270000"/>
            <a:ext cx="5016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7C4DFF"/>
                </a:solidFill>
              </a:rPr>
              <a:t>Como Funciona</a:t>
            </a:r>
          </a:p>
        </p:txBody>
      </p:sp>
      <p:sp>
        <p:nvSpPr>
          <p:cNvPr id="21" name="CardDesc0">
            <a:extLst>
              <a:ext uri="{FF2B5EF4-FFF2-40B4-BE49-F238E27FC236}">
                <a16:creationId xmlns:a16="http://schemas.microsoft.com/office/drawing/2014/main" id="{304ADF78-483C-40A8-BF0D-81106A2BCA68}"/>
              </a:ext>
            </a:extLst>
          </p:cNvPr>
          <p:cNvSpPr txBox="1"/>
          <p:nvPr/>
        </p:nvSpPr>
        <p:spPr>
          <a:xfrm>
            <a:off x="6540500" y="1625600"/>
            <a:ext cx="501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O resistor conecta o pino ao GND. Sem pressão no botão, o pino é mantido em LOW. Ao pressionar, o pino é puxado para VCC (HIGH).</a:t>
            </a:r>
          </a:p>
        </p:txBody>
      </p:sp>
      <p:sp>
        <p:nvSpPr>
          <p:cNvPr id="22" name="Card1">
            <a:extLst>
              <a:ext uri="{FF2B5EF4-FFF2-40B4-BE49-F238E27FC236}">
                <a16:creationId xmlns:a16="http://schemas.microsoft.com/office/drawing/2014/main" id="{2EF2D189-C2A4-452C-A230-8D61A0E7B068}"/>
              </a:ext>
            </a:extLst>
          </p:cNvPr>
          <p:cNvSpPr/>
          <p:nvPr/>
        </p:nvSpPr>
        <p:spPr>
          <a:xfrm>
            <a:off x="6350000" y="2540000"/>
            <a:ext cx="5384800" cy="12065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00D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CardTitle1">
            <a:extLst>
              <a:ext uri="{FF2B5EF4-FFF2-40B4-BE49-F238E27FC236}">
                <a16:creationId xmlns:a16="http://schemas.microsoft.com/office/drawing/2014/main" id="{7249CF72-9836-49D7-A77A-B029ABCC2F03}"/>
              </a:ext>
            </a:extLst>
          </p:cNvPr>
          <p:cNvSpPr txBox="1"/>
          <p:nvPr/>
        </p:nvSpPr>
        <p:spPr>
          <a:xfrm>
            <a:off x="6540500" y="2667000"/>
            <a:ext cx="5016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00D9FF"/>
                </a:solidFill>
              </a:rPr>
              <a:t>Quando Usar</a:t>
            </a:r>
          </a:p>
        </p:txBody>
      </p:sp>
      <p:sp>
        <p:nvSpPr>
          <p:cNvPr id="24" name="CardDesc1">
            <a:extLst>
              <a:ext uri="{FF2B5EF4-FFF2-40B4-BE49-F238E27FC236}">
                <a16:creationId xmlns:a16="http://schemas.microsoft.com/office/drawing/2014/main" id="{15941021-1694-4A6C-9E2B-070C80C94A38}"/>
              </a:ext>
            </a:extLst>
          </p:cNvPr>
          <p:cNvSpPr txBox="1"/>
          <p:nvPr/>
        </p:nvSpPr>
        <p:spPr>
          <a:xfrm>
            <a:off x="6540500" y="3022600"/>
            <a:ext cx="501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Ideal para sensores que fornecem sinal ativo em HIGH. Lógica direta: pressionado = HIGH, solto = LOW.</a:t>
            </a:r>
          </a:p>
        </p:txBody>
      </p:sp>
      <p:sp>
        <p:nvSpPr>
          <p:cNvPr id="25" name="Card2">
            <a:extLst>
              <a:ext uri="{FF2B5EF4-FFF2-40B4-BE49-F238E27FC236}">
                <a16:creationId xmlns:a16="http://schemas.microsoft.com/office/drawing/2014/main" id="{7E5F6985-0BB6-43D4-8F2C-A277A91C43F6}"/>
              </a:ext>
            </a:extLst>
          </p:cNvPr>
          <p:cNvSpPr/>
          <p:nvPr/>
        </p:nvSpPr>
        <p:spPr>
          <a:xfrm>
            <a:off x="6350000" y="3937000"/>
            <a:ext cx="5384800" cy="12065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FFD5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6" name="CardTitle2">
            <a:extLst>
              <a:ext uri="{FF2B5EF4-FFF2-40B4-BE49-F238E27FC236}">
                <a16:creationId xmlns:a16="http://schemas.microsoft.com/office/drawing/2014/main" id="{7D214973-0FDB-49E5-BDBD-7EA9C6EF9C32}"/>
              </a:ext>
            </a:extLst>
          </p:cNvPr>
          <p:cNvSpPr txBox="1"/>
          <p:nvPr/>
        </p:nvSpPr>
        <p:spPr>
          <a:xfrm>
            <a:off x="6540500" y="4064000"/>
            <a:ext cx="5016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FFD54F"/>
                </a:solidFill>
              </a:rPr>
              <a:t>Vantagem: Lógica Direta</a:t>
            </a:r>
          </a:p>
        </p:txBody>
      </p:sp>
      <p:sp>
        <p:nvSpPr>
          <p:cNvPr id="27" name="CardDesc2">
            <a:extLst>
              <a:ext uri="{FF2B5EF4-FFF2-40B4-BE49-F238E27FC236}">
                <a16:creationId xmlns:a16="http://schemas.microsoft.com/office/drawing/2014/main" id="{B1DAF285-F1B9-41D9-AB3B-9CD88B463A4B}"/>
              </a:ext>
            </a:extLst>
          </p:cNvPr>
          <p:cNvSpPr txBox="1"/>
          <p:nvPr/>
        </p:nvSpPr>
        <p:spPr>
          <a:xfrm>
            <a:off x="6540500" y="4419600"/>
            <a:ext cx="50165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Mais intuitivo que pull-up: botão pressionado = 1 (HIGH), botão solto = 0 (LOW). Facilita a leitura do código.</a:t>
            </a:r>
          </a:p>
        </p:txBody>
      </p:sp>
      <p:sp>
        <p:nvSpPr>
          <p:cNvPr id="28" name="FootDot">
            <a:extLst>
              <a:ext uri="{FF2B5EF4-FFF2-40B4-BE49-F238E27FC236}">
                <a16:creationId xmlns:a16="http://schemas.microsoft.com/office/drawing/2014/main" id="{6F2C45E3-19D9-414D-92A0-AF0F5AE12164}"/>
              </a:ext>
            </a:extLst>
          </p:cNvPr>
          <p:cNvSpPr/>
          <p:nvPr/>
        </p:nvSpPr>
        <p:spPr>
          <a:xfrm>
            <a:off x="457200" y="5461000"/>
            <a:ext cx="101600" cy="101600"/>
          </a:xfrm>
          <a:prstGeom prst="ellipse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FootText">
            <a:extLst>
              <a:ext uri="{FF2B5EF4-FFF2-40B4-BE49-F238E27FC236}">
                <a16:creationId xmlns:a16="http://schemas.microsoft.com/office/drawing/2014/main" id="{AA642EA1-E033-4422-96AA-0B684A3E7DFC}"/>
              </a:ext>
            </a:extLst>
          </p:cNvPr>
          <p:cNvSpPr txBox="1"/>
          <p:nvPr/>
        </p:nvSpPr>
        <p:spPr>
          <a:xfrm>
            <a:off x="685800" y="53848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B0BEC5"/>
                </a:solidFill>
              </a:rPr>
              <a:t>Valor típico: 10kΩ • Corrente em repouso: ~0mA</a:t>
            </a:r>
          </a:p>
        </p:txBody>
      </p:sp>
    </p:spTree>
    <p:extLst>
      <p:ext uri="{BB962C8B-B14F-4D97-AF65-F5344CB8AC3E}">
        <p14:creationId xmlns:p14="http://schemas.microsoft.com/office/powerpoint/2010/main" val="90163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A2CC52F-7C83-41B6-B11E-B22EB9B08B9F}"/>
              </a:ext>
            </a:extLst>
          </p:cNvPr>
          <p:cNvSpPr txBox="1"/>
          <p:nvPr/>
        </p:nvSpPr>
        <p:spPr>
          <a:xfrm>
            <a:off x="457200" y="228600"/>
            <a:ext cx="889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400" b="1" dirty="0">
                <a:solidFill>
                  <a:srgbClr val="F0F0F0"/>
                </a:solidFill>
              </a:rPr>
              <a:t>Comparação: </a:t>
            </a:r>
            <a:r>
              <a:rPr lang="pt-BR" sz="2400" b="1" dirty="0">
                <a:solidFill>
                  <a:srgbClr val="00D9FF"/>
                </a:solidFill>
              </a:rPr>
              <a:t>Pull-up</a:t>
            </a:r>
            <a:r>
              <a:rPr lang="pt-BR" sz="2400" b="1" dirty="0">
                <a:solidFill>
                  <a:srgbClr val="F0F0F0"/>
                </a:solidFill>
              </a:rPr>
              <a:t> vs </a:t>
            </a:r>
            <a:r>
              <a:rPr lang="pt-BR" sz="2400" b="1" dirty="0">
                <a:solidFill>
                  <a:srgbClr val="7C4DFF"/>
                </a:solidFill>
              </a:rPr>
              <a:t>Pull-down</a:t>
            </a:r>
            <a:r>
              <a:rPr lang="pt-BR" sz="2400" b="1" dirty="0">
                <a:solidFill>
                  <a:srgbClr val="F0F0F0"/>
                </a:solidFill>
              </a:rPr>
              <a:t> + Interno vs Externo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5A8249F-753F-4CFE-99B2-49784BCE014A}"/>
              </a:ext>
            </a:extLst>
          </p:cNvPr>
          <p:cNvSpPr txBox="1"/>
          <p:nvPr/>
        </p:nvSpPr>
        <p:spPr>
          <a:xfrm>
            <a:off x="457200" y="685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dirty="0">
                <a:solidFill>
                  <a:srgbClr val="B0BEC5"/>
                </a:solidFill>
              </a:rPr>
              <a:t>Diferenças práticas e quando usar cada configuração</a:t>
            </a:r>
          </a:p>
        </p:txBody>
      </p:sp>
      <p:graphicFrame>
        <p:nvGraphicFramePr>
          <p:cNvPr id="5" name="CompTable">
            <a:extLst>
              <a:ext uri="{FF2B5EF4-FFF2-40B4-BE49-F238E27FC236}">
                <a16:creationId xmlns:a16="http://schemas.microsoft.com/office/drawing/2014/main" id="{0CD0FEFD-31B8-4839-8657-28BCD632EE0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066800"/>
          <a:ext cx="7112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361573424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46955039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889221403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1A1A2E"/>
                          </a:solidFill>
                        </a:rPr>
                        <a:t>Característica</a:t>
                      </a:r>
                    </a:p>
                  </a:txBody>
                  <a:tcPr anchor="ctr"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1A1A2E"/>
                          </a:solidFill>
                        </a:rPr>
                        <a:t>Pull-up</a:t>
                      </a:r>
                    </a:p>
                  </a:txBody>
                  <a:tcPr anchor="ctr"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1A1A2E"/>
                          </a:solidFill>
                        </a:rPr>
                        <a:t>Pull-down</a:t>
                      </a:r>
                    </a:p>
                  </a:txBody>
                  <a:tcPr anchor="ctr">
                    <a:solidFill>
                      <a:srgbClr val="00D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68209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0F0F0"/>
                          </a:solidFill>
                        </a:rPr>
                        <a:t>Estado padrão (solto)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HIGH (3.3V)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LOW (0V)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97309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0F0F0"/>
                          </a:solidFill>
                        </a:rPr>
                        <a:t>Ao pressionar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LOW (0V)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HIGH (3.3V)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17778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0F0F0"/>
                          </a:solidFill>
                        </a:rPr>
                        <a:t>Lógica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Invertida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Direta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41701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0F0F0"/>
                          </a:solidFill>
                        </a:rPr>
                        <a:t>Uso típico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Botões ao GND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Sensores ativos HIGH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0361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F0F0F0"/>
                          </a:solidFill>
                        </a:rPr>
                        <a:t>Interno na ESP32?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Sim (INPUT_PULLUP)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B0BEC5"/>
                          </a:solidFill>
                        </a:rPr>
                        <a:t>Sim (INPUT_PULLDOWN)</a:t>
                      </a:r>
                    </a:p>
                  </a:txBody>
                  <a:tcPr anchor="ctr"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979962"/>
                  </a:ext>
                </a:extLst>
              </a:tr>
            </a:tbl>
          </a:graphicData>
        </a:graphic>
      </p:graphicFrame>
      <p:sp>
        <p:nvSpPr>
          <p:cNvPr id="6" name="IntCard">
            <a:extLst>
              <a:ext uri="{FF2B5EF4-FFF2-40B4-BE49-F238E27FC236}">
                <a16:creationId xmlns:a16="http://schemas.microsoft.com/office/drawing/2014/main" id="{6FDA0D8E-936B-4A4E-936D-DE7B9A8E3BD4}"/>
              </a:ext>
            </a:extLst>
          </p:cNvPr>
          <p:cNvSpPr/>
          <p:nvPr/>
        </p:nvSpPr>
        <p:spPr>
          <a:xfrm>
            <a:off x="7823200" y="1066800"/>
            <a:ext cx="3911600" cy="15875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00E6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IntTitle">
            <a:extLst>
              <a:ext uri="{FF2B5EF4-FFF2-40B4-BE49-F238E27FC236}">
                <a16:creationId xmlns:a16="http://schemas.microsoft.com/office/drawing/2014/main" id="{4C6AB58E-8240-4006-BA7D-D85B9E8484A8}"/>
              </a:ext>
            </a:extLst>
          </p:cNvPr>
          <p:cNvSpPr txBox="1"/>
          <p:nvPr/>
        </p:nvSpPr>
        <p:spPr>
          <a:xfrm>
            <a:off x="7950200" y="1168400"/>
            <a:ext cx="365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00E676"/>
                </a:solidFill>
              </a:rPr>
              <a:t>Interno (ESP32)</a:t>
            </a:r>
          </a:p>
        </p:txBody>
      </p:sp>
      <p:sp>
        <p:nvSpPr>
          <p:cNvPr id="8" name="IntDesc">
            <a:extLst>
              <a:ext uri="{FF2B5EF4-FFF2-40B4-BE49-F238E27FC236}">
                <a16:creationId xmlns:a16="http://schemas.microsoft.com/office/drawing/2014/main" id="{CCF1EEE1-C1EF-48DD-9DFC-57570EC19A3A}"/>
              </a:ext>
            </a:extLst>
          </p:cNvPr>
          <p:cNvSpPr txBox="1"/>
          <p:nvPr/>
        </p:nvSpPr>
        <p:spPr>
          <a:xfrm>
            <a:off x="7950200" y="1498600"/>
            <a:ext cx="3657600" cy="104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• Ativado via software (INPUT_PULLUP)
• ~45kΩ — suficiente para maioria dos casos
• Simplifica o circuito (sem componente extra)</a:t>
            </a:r>
          </a:p>
        </p:txBody>
      </p:sp>
      <p:sp>
        <p:nvSpPr>
          <p:cNvPr id="9" name="ExtCard">
            <a:extLst>
              <a:ext uri="{FF2B5EF4-FFF2-40B4-BE49-F238E27FC236}">
                <a16:creationId xmlns:a16="http://schemas.microsoft.com/office/drawing/2014/main" id="{AC149161-2DD9-44CB-BC05-5C208D12C0BE}"/>
              </a:ext>
            </a:extLst>
          </p:cNvPr>
          <p:cNvSpPr/>
          <p:nvPr/>
        </p:nvSpPr>
        <p:spPr>
          <a:xfrm>
            <a:off x="7823200" y="2768600"/>
            <a:ext cx="3911600" cy="15875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FFD5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ExtTitle">
            <a:extLst>
              <a:ext uri="{FF2B5EF4-FFF2-40B4-BE49-F238E27FC236}">
                <a16:creationId xmlns:a16="http://schemas.microsoft.com/office/drawing/2014/main" id="{1CF14CB7-6E9A-4FBA-9B64-949B423018B4}"/>
              </a:ext>
            </a:extLst>
          </p:cNvPr>
          <p:cNvSpPr txBox="1"/>
          <p:nvPr/>
        </p:nvSpPr>
        <p:spPr>
          <a:xfrm>
            <a:off x="7950200" y="2870200"/>
            <a:ext cx="3657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FFD54F"/>
                </a:solidFill>
              </a:rPr>
              <a:t>Externo (Resistor Físico)</a:t>
            </a:r>
          </a:p>
        </p:txBody>
      </p:sp>
      <p:sp>
        <p:nvSpPr>
          <p:cNvPr id="11" name="ExtDesc">
            <a:extLst>
              <a:ext uri="{FF2B5EF4-FFF2-40B4-BE49-F238E27FC236}">
                <a16:creationId xmlns:a16="http://schemas.microsoft.com/office/drawing/2014/main" id="{0C596E19-66E2-42C0-83C5-FC485918F722}"/>
              </a:ext>
            </a:extLst>
          </p:cNvPr>
          <p:cNvSpPr txBox="1"/>
          <p:nvPr/>
        </p:nvSpPr>
        <p:spPr>
          <a:xfrm>
            <a:off x="7950200" y="3200400"/>
            <a:ext cx="3657600" cy="1041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• Valor exato (ex: 10kΩ) — maior precisão
• Necessário em cabos longos ou ambientes ruidosos
• Recomendado para produção</a:t>
            </a:r>
          </a:p>
        </p:txBody>
      </p:sp>
      <p:sp>
        <p:nvSpPr>
          <p:cNvPr id="12" name="CodeBg">
            <a:extLst>
              <a:ext uri="{FF2B5EF4-FFF2-40B4-BE49-F238E27FC236}">
                <a16:creationId xmlns:a16="http://schemas.microsoft.com/office/drawing/2014/main" id="{5841B3EE-D4F0-4B51-9D2B-F562ABFCF077}"/>
              </a:ext>
            </a:extLst>
          </p:cNvPr>
          <p:cNvSpPr/>
          <p:nvPr/>
        </p:nvSpPr>
        <p:spPr>
          <a:xfrm>
            <a:off x="457200" y="4572000"/>
            <a:ext cx="11277600" cy="762000"/>
          </a:xfrm>
          <a:prstGeom prst="roundRect">
            <a:avLst/>
          </a:prstGeom>
          <a:solidFill>
            <a:srgbClr val="0D1117"/>
          </a:solidFill>
          <a:ln w="12700" cap="flat" cmpd="sng" algn="ctr">
            <a:solidFill>
              <a:srgbClr val="00D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odeLabel">
            <a:extLst>
              <a:ext uri="{FF2B5EF4-FFF2-40B4-BE49-F238E27FC236}">
                <a16:creationId xmlns:a16="http://schemas.microsoft.com/office/drawing/2014/main" id="{A416CA51-7271-4785-B7FD-9A430DBED1B1}"/>
              </a:ext>
            </a:extLst>
          </p:cNvPr>
          <p:cNvSpPr txBox="1"/>
          <p:nvPr/>
        </p:nvSpPr>
        <p:spPr>
          <a:xfrm>
            <a:off x="584200" y="4572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00D9FF"/>
                </a:solidFill>
                <a:latin typeface="Consolas"/>
              </a:rPr>
              <a:t>  Configuração na ESP32</a:t>
            </a:r>
          </a:p>
        </p:txBody>
      </p:sp>
      <p:sp>
        <p:nvSpPr>
          <p:cNvPr id="14" name="CodeText">
            <a:extLst>
              <a:ext uri="{FF2B5EF4-FFF2-40B4-BE49-F238E27FC236}">
                <a16:creationId xmlns:a16="http://schemas.microsoft.com/office/drawing/2014/main" id="{CBCD71A2-EBEC-4C83-8897-C661882F079D}"/>
              </a:ext>
            </a:extLst>
          </p:cNvPr>
          <p:cNvSpPr txBox="1"/>
          <p:nvPr/>
        </p:nvSpPr>
        <p:spPr>
          <a:xfrm>
            <a:off x="635000" y="4800600"/>
            <a:ext cx="10972800" cy="48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100" dirty="0">
                <a:solidFill>
                  <a:srgbClr val="D0D0D0"/>
                </a:solidFill>
                <a:latin typeface="Consolas"/>
              </a:rPr>
              <a:t>pinMode(BTN, </a:t>
            </a:r>
            <a:r>
              <a:rPr lang="pt-BR" sz="1100" dirty="0">
                <a:solidFill>
                  <a:srgbClr val="00D9FF"/>
                </a:solidFill>
                <a:latin typeface="Consolas"/>
              </a:rPr>
              <a:t>INPUT_PULLUP</a:t>
            </a:r>
            <a:r>
              <a:rPr lang="pt-BR" sz="1100" dirty="0">
                <a:solidFill>
                  <a:srgbClr val="D0D0D0"/>
                </a:solidFill>
                <a:latin typeface="Consolas"/>
              </a:rPr>
              <a:t>);    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// Pull-up interno</a:t>
            </a:r>
          </a:p>
          <a:p>
            <a:pPr algn="l">
              <a:buNone/>
            </a:pPr>
            <a:r>
              <a:rPr lang="pt-BR" sz="1100" dirty="0">
                <a:solidFill>
                  <a:srgbClr val="D0D0D0"/>
                </a:solidFill>
                <a:latin typeface="Consolas"/>
              </a:rPr>
              <a:t>pinMode(BTN, </a:t>
            </a:r>
            <a:r>
              <a:rPr lang="pt-BR" sz="1100" dirty="0">
                <a:solidFill>
                  <a:srgbClr val="00E676"/>
                </a:solidFill>
                <a:latin typeface="Consolas"/>
              </a:rPr>
              <a:t>INPUT_PULLDOWN</a:t>
            </a:r>
            <a:r>
              <a:rPr lang="pt-BR" sz="1100" dirty="0">
                <a:solidFill>
                  <a:srgbClr val="D0D0D0"/>
                </a:solidFill>
                <a:latin typeface="Consolas"/>
              </a:rPr>
              <a:t>);  </a:t>
            </a:r>
            <a:r>
              <a:rPr lang="pt-BR" sz="1100" dirty="0">
                <a:solidFill>
                  <a:srgbClr val="7C4DFF"/>
                </a:solidFill>
                <a:latin typeface="Consolas"/>
              </a:rPr>
              <a:t>// Pull-down interno</a:t>
            </a:r>
          </a:p>
        </p:txBody>
      </p:sp>
      <p:sp>
        <p:nvSpPr>
          <p:cNvPr id="15" name="FootDot">
            <a:extLst>
              <a:ext uri="{FF2B5EF4-FFF2-40B4-BE49-F238E27FC236}">
                <a16:creationId xmlns:a16="http://schemas.microsoft.com/office/drawing/2014/main" id="{B010C3BB-6E50-442F-9150-4D2434902E01}"/>
              </a:ext>
            </a:extLst>
          </p:cNvPr>
          <p:cNvSpPr/>
          <p:nvPr/>
        </p:nvSpPr>
        <p:spPr>
          <a:xfrm>
            <a:off x="457200" y="5461000"/>
            <a:ext cx="101600" cy="101600"/>
          </a:xfrm>
          <a:prstGeom prst="ellipse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FootText">
            <a:extLst>
              <a:ext uri="{FF2B5EF4-FFF2-40B4-BE49-F238E27FC236}">
                <a16:creationId xmlns:a16="http://schemas.microsoft.com/office/drawing/2014/main" id="{3E20286C-D89C-40B6-B561-97CA25CBD3F1}"/>
              </a:ext>
            </a:extLst>
          </p:cNvPr>
          <p:cNvSpPr txBox="1"/>
          <p:nvPr/>
        </p:nvSpPr>
        <p:spPr>
          <a:xfrm>
            <a:off x="685800" y="53848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B0BEC5"/>
                </a:solidFill>
              </a:rPr>
              <a:t>Dica: Para prototipagem, use interno. Para produção, prefira externo.</a:t>
            </a:r>
          </a:p>
        </p:txBody>
      </p:sp>
    </p:spTree>
    <p:extLst>
      <p:ext uri="{BB962C8B-B14F-4D97-AF65-F5344CB8AC3E}">
        <p14:creationId xmlns:p14="http://schemas.microsoft.com/office/powerpoint/2010/main" val="284445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>
            <a:extLst>
              <a:ext uri="{FF2B5EF4-FFF2-40B4-BE49-F238E27FC236}">
                <a16:creationId xmlns:a16="http://schemas.microsoft.com/office/drawing/2014/main" id="{FBE3400F-1BB3-478F-B5E6-D5D9D963FB3D}"/>
              </a:ext>
            </a:extLst>
          </p:cNvPr>
          <p:cNvSpPr/>
          <p:nvPr/>
        </p:nvSpPr>
        <p:spPr>
          <a:xfrm>
            <a:off x="457200" y="1600200"/>
            <a:ext cx="76200" cy="18288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" name="SectionNum">
            <a:extLst>
              <a:ext uri="{FF2B5EF4-FFF2-40B4-BE49-F238E27FC236}">
                <a16:creationId xmlns:a16="http://schemas.microsoft.com/office/drawing/2014/main" id="{AAF9C117-E9FD-415C-8F3D-5EDF0C3B74F0}"/>
              </a:ext>
            </a:extLst>
          </p:cNvPr>
          <p:cNvSpPr txBox="1"/>
          <p:nvPr/>
        </p:nvSpPr>
        <p:spPr>
          <a:xfrm>
            <a:off x="685800" y="15240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5400" b="1" dirty="0">
                <a:solidFill>
                  <a:srgbClr val="00E676">
                    <a:alpha val="30000"/>
                  </a:srgbClr>
                </a:solidFill>
              </a:rPr>
              <a:t>03</a:t>
            </a:r>
          </a:p>
        </p:txBody>
      </p:sp>
      <p:sp>
        <p:nvSpPr>
          <p:cNvPr id="4" name="SectionTitle">
            <a:extLst>
              <a:ext uri="{FF2B5EF4-FFF2-40B4-BE49-F238E27FC236}">
                <a16:creationId xmlns:a16="http://schemas.microsoft.com/office/drawing/2014/main" id="{AC7F5D23-3BB2-487C-B24F-703895C8AEF9}"/>
              </a:ext>
            </a:extLst>
          </p:cNvPr>
          <p:cNvSpPr txBox="1"/>
          <p:nvPr/>
        </p:nvSpPr>
        <p:spPr>
          <a:xfrm>
            <a:off x="685800" y="2133600"/>
            <a:ext cx="7315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3200" b="1" dirty="0">
                <a:solidFill>
                  <a:srgbClr val="F0F0F0"/>
                </a:solidFill>
              </a:rPr>
              <a:t>Debounce</a:t>
            </a:r>
          </a:p>
        </p:txBody>
      </p:sp>
      <p:sp>
        <p:nvSpPr>
          <p:cNvPr id="5" name="SectionDesc">
            <a:extLst>
              <a:ext uri="{FF2B5EF4-FFF2-40B4-BE49-F238E27FC236}">
                <a16:creationId xmlns:a16="http://schemas.microsoft.com/office/drawing/2014/main" id="{0D52A45D-1D2D-436C-A395-03C2C6061171}"/>
              </a:ext>
            </a:extLst>
          </p:cNvPr>
          <p:cNvSpPr txBox="1"/>
          <p:nvPr/>
        </p:nvSpPr>
        <p:spPr>
          <a:xfrm>
            <a:off x="685800" y="2819400"/>
            <a:ext cx="78740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800" dirty="0">
                <a:solidFill>
                  <a:srgbClr val="B0BEC5"/>
                </a:solidFill>
              </a:rPr>
              <a:t>Tratamento de bouncing em botões e chaves mecânicas</a:t>
            </a:r>
          </a:p>
        </p:txBody>
      </p:sp>
      <p:sp>
        <p:nvSpPr>
          <p:cNvPr id="6" name="DecoCircle1">
            <a:extLst>
              <a:ext uri="{FF2B5EF4-FFF2-40B4-BE49-F238E27FC236}">
                <a16:creationId xmlns:a16="http://schemas.microsoft.com/office/drawing/2014/main" id="{22DA87EF-5A11-463F-9B60-2B8DA2D16BEF}"/>
              </a:ext>
            </a:extLst>
          </p:cNvPr>
          <p:cNvSpPr/>
          <p:nvPr/>
        </p:nvSpPr>
        <p:spPr>
          <a:xfrm>
            <a:off x="8686800" y="762000"/>
            <a:ext cx="2286000" cy="2286000"/>
          </a:xfrm>
          <a:solidFill>
            <a:srgbClr val="00E676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DecoCircle2">
            <a:extLst>
              <a:ext uri="{FF2B5EF4-FFF2-40B4-BE49-F238E27FC236}">
                <a16:creationId xmlns:a16="http://schemas.microsoft.com/office/drawing/2014/main" id="{52348B64-7626-4A8E-BFE4-3E257C445D94}"/>
              </a:ext>
            </a:extLst>
          </p:cNvPr>
          <p:cNvSpPr/>
          <p:nvPr/>
        </p:nvSpPr>
        <p:spPr>
          <a:xfrm>
            <a:off x="9601200" y="2743200"/>
            <a:ext cx="1524000" cy="1524000"/>
          </a:xfrm>
          <a:solidFill>
            <a:srgbClr val="FFD54F">
              <a:alpha val="12000"/>
            </a:srgbClr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Pill0">
            <a:extLst>
              <a:ext uri="{FF2B5EF4-FFF2-40B4-BE49-F238E27FC236}">
                <a16:creationId xmlns:a16="http://schemas.microsoft.com/office/drawing/2014/main" id="{E43D10AA-4B40-4135-8EE2-038A2BD2D35C}"/>
              </a:ext>
            </a:extLst>
          </p:cNvPr>
          <p:cNvSpPr/>
          <p:nvPr/>
        </p:nvSpPr>
        <p:spPr>
          <a:xfrm>
            <a:off x="685800" y="3657600"/>
            <a:ext cx="1371600" cy="381000"/>
          </a:xfrm>
          <a:prstGeom prst="round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Bouncing</a:t>
            </a:r>
          </a:p>
        </p:txBody>
      </p:sp>
      <p:sp>
        <p:nvSpPr>
          <p:cNvPr id="9" name="Pill1">
            <a:extLst>
              <a:ext uri="{FF2B5EF4-FFF2-40B4-BE49-F238E27FC236}">
                <a16:creationId xmlns:a16="http://schemas.microsoft.com/office/drawing/2014/main" id="{73E79D79-5DF8-404B-A287-A5318D78C5D1}"/>
              </a:ext>
            </a:extLst>
          </p:cNvPr>
          <p:cNvSpPr/>
          <p:nvPr/>
        </p:nvSpPr>
        <p:spPr>
          <a:xfrm>
            <a:off x="2209800" y="3657600"/>
            <a:ext cx="1371600" cy="381000"/>
          </a:xfrm>
          <a:prstGeom prst="roundRect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millis()</a:t>
            </a:r>
          </a:p>
        </p:txBody>
      </p:sp>
      <p:sp>
        <p:nvSpPr>
          <p:cNvPr id="10" name="Pill2">
            <a:extLst>
              <a:ext uri="{FF2B5EF4-FFF2-40B4-BE49-F238E27FC236}">
                <a16:creationId xmlns:a16="http://schemas.microsoft.com/office/drawing/2014/main" id="{0E5A7B91-87AA-4800-A916-F8967F0974F5}"/>
              </a:ext>
            </a:extLst>
          </p:cNvPr>
          <p:cNvSpPr/>
          <p:nvPr/>
        </p:nvSpPr>
        <p:spPr>
          <a:xfrm>
            <a:off x="3733800" y="3657600"/>
            <a:ext cx="1371600" cy="381000"/>
          </a:xfrm>
          <a:prstGeom prst="round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Filtro RC</a:t>
            </a:r>
          </a:p>
        </p:txBody>
      </p:sp>
      <p:sp>
        <p:nvSpPr>
          <p:cNvPr id="11" name="Pill3">
            <a:extLst>
              <a:ext uri="{FF2B5EF4-FFF2-40B4-BE49-F238E27FC236}">
                <a16:creationId xmlns:a16="http://schemas.microsoft.com/office/drawing/2014/main" id="{491C9EBA-3245-4A7E-96DB-84874B57C383}"/>
              </a:ext>
            </a:extLst>
          </p:cNvPr>
          <p:cNvSpPr/>
          <p:nvPr/>
        </p:nvSpPr>
        <p:spPr>
          <a:xfrm>
            <a:off x="5257800" y="3657600"/>
            <a:ext cx="1371600" cy="381000"/>
          </a:xfrm>
          <a:prstGeom prst="roundRect">
            <a:avLst/>
          </a:prstGeom>
          <a:solidFill>
            <a:srgbClr val="FFD5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sz="1400" b="1">
                <a:solidFill>
                  <a:srgbClr val="1A1A2E"/>
                </a:solidFill>
              </a:rPr>
              <a:t>Hardware</a:t>
            </a:r>
          </a:p>
        </p:txBody>
      </p:sp>
    </p:spTree>
    <p:extLst>
      <p:ext uri="{BB962C8B-B14F-4D97-AF65-F5344CB8AC3E}">
        <p14:creationId xmlns:p14="http://schemas.microsoft.com/office/powerpoint/2010/main" val="2028620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C043BCE-8DAF-436D-9DF8-235A8BA40447}"/>
              </a:ext>
            </a:extLst>
          </p:cNvPr>
          <p:cNvSpPr txBox="1"/>
          <p:nvPr/>
        </p:nvSpPr>
        <p:spPr>
          <a:xfrm>
            <a:off x="457200" y="228600"/>
            <a:ext cx="889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400" b="1" dirty="0">
                <a:solidFill>
                  <a:srgbClr val="F0F0F0"/>
                </a:solidFill>
              </a:rPr>
              <a:t>O que é </a:t>
            </a:r>
            <a:r>
              <a:rPr lang="pt-BR" sz="2400" b="1" dirty="0">
                <a:solidFill>
                  <a:srgbClr val="FF6B6B"/>
                </a:solidFill>
              </a:rPr>
              <a:t>Bouncing</a:t>
            </a:r>
            <a:r>
              <a:rPr lang="pt-BR" sz="2400" b="1" dirty="0">
                <a:solidFill>
                  <a:srgbClr val="F0F0F0"/>
                </a:solidFill>
              </a:rPr>
              <a:t>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8A3AD6D-5A3B-4144-9FFD-ED62AA4C2964}"/>
              </a:ext>
            </a:extLst>
          </p:cNvPr>
          <p:cNvSpPr txBox="1"/>
          <p:nvPr/>
        </p:nvSpPr>
        <p:spPr>
          <a:xfrm>
            <a:off x="457200" y="685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dirty="0">
                <a:solidFill>
                  <a:srgbClr val="B0BEC5"/>
                </a:solidFill>
              </a:rPr>
              <a:t>Problema físico de contatos mecânicos em botões e chaves</a:t>
            </a:r>
          </a:p>
        </p:txBody>
      </p:sp>
      <p:sp>
        <p:nvSpPr>
          <p:cNvPr id="4" name="BounceBg">
            <a:extLst>
              <a:ext uri="{FF2B5EF4-FFF2-40B4-BE49-F238E27FC236}">
                <a16:creationId xmlns:a16="http://schemas.microsoft.com/office/drawing/2014/main" id="{A83962EB-6E17-4D27-A62F-8C5C7D8BE6FE}"/>
              </a:ext>
            </a:extLst>
          </p:cNvPr>
          <p:cNvSpPr/>
          <p:nvPr/>
        </p:nvSpPr>
        <p:spPr>
          <a:xfrm>
            <a:off x="457200" y="1117600"/>
            <a:ext cx="5588000" cy="2286000"/>
          </a:xfrm>
          <a:prstGeom prst="roundRect">
            <a:avLst/>
          </a:prstGeom>
          <a:solidFill>
            <a:srgbClr val="0D1117"/>
          </a:solidFill>
          <a:ln w="2540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BounceLabel">
            <a:extLst>
              <a:ext uri="{FF2B5EF4-FFF2-40B4-BE49-F238E27FC236}">
                <a16:creationId xmlns:a16="http://schemas.microsoft.com/office/drawing/2014/main" id="{D57B2008-F565-484D-B9F6-4B79A1F0806F}"/>
              </a:ext>
            </a:extLst>
          </p:cNvPr>
          <p:cNvSpPr txBox="1"/>
          <p:nvPr/>
        </p:nvSpPr>
        <p:spPr>
          <a:xfrm>
            <a:off x="584200" y="1193800"/>
            <a:ext cx="4089400" cy="2616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 b="1" dirty="0">
                <a:solidFill>
                  <a:srgbClr val="FF6B6B"/>
                </a:solidFill>
              </a:rPr>
              <a:t>⚠ Sinal com Bouncing (Sem Tratamento)</a:t>
            </a:r>
          </a:p>
        </p:txBody>
      </p:sp>
      <p:sp>
        <p:nvSpPr>
          <p:cNvPr id="6" name="BSeg0">
            <a:extLst>
              <a:ext uri="{FF2B5EF4-FFF2-40B4-BE49-F238E27FC236}">
                <a16:creationId xmlns:a16="http://schemas.microsoft.com/office/drawing/2014/main" id="{CB73FA3C-F69A-4826-BF13-10609A15E5BB}"/>
              </a:ext>
            </a:extLst>
          </p:cNvPr>
          <p:cNvSpPr/>
          <p:nvPr/>
        </p:nvSpPr>
        <p:spPr>
          <a:xfrm>
            <a:off x="711200" y="2540000"/>
            <a:ext cx="3810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BSeg1">
            <a:extLst>
              <a:ext uri="{FF2B5EF4-FFF2-40B4-BE49-F238E27FC236}">
                <a16:creationId xmlns:a16="http://schemas.microsoft.com/office/drawing/2014/main" id="{E77CF393-4D67-47FA-BE24-A7F70C3244FA}"/>
              </a:ext>
            </a:extLst>
          </p:cNvPr>
          <p:cNvSpPr/>
          <p:nvPr/>
        </p:nvSpPr>
        <p:spPr>
          <a:xfrm>
            <a:off x="1092200" y="1524000"/>
            <a:ext cx="1016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BSeg2">
            <a:extLst>
              <a:ext uri="{FF2B5EF4-FFF2-40B4-BE49-F238E27FC236}">
                <a16:creationId xmlns:a16="http://schemas.microsoft.com/office/drawing/2014/main" id="{11B71C66-F75D-43D5-A30F-209CF558B688}"/>
              </a:ext>
            </a:extLst>
          </p:cNvPr>
          <p:cNvSpPr/>
          <p:nvPr/>
        </p:nvSpPr>
        <p:spPr>
          <a:xfrm>
            <a:off x="1193800" y="2540000"/>
            <a:ext cx="762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BSeg3">
            <a:extLst>
              <a:ext uri="{FF2B5EF4-FFF2-40B4-BE49-F238E27FC236}">
                <a16:creationId xmlns:a16="http://schemas.microsoft.com/office/drawing/2014/main" id="{CA4CA2A2-D3A8-446C-BDF5-1B7F826AFB7B}"/>
              </a:ext>
            </a:extLst>
          </p:cNvPr>
          <p:cNvSpPr/>
          <p:nvPr/>
        </p:nvSpPr>
        <p:spPr>
          <a:xfrm>
            <a:off x="1270000" y="1524000"/>
            <a:ext cx="635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BSeg4">
            <a:extLst>
              <a:ext uri="{FF2B5EF4-FFF2-40B4-BE49-F238E27FC236}">
                <a16:creationId xmlns:a16="http://schemas.microsoft.com/office/drawing/2014/main" id="{0027076F-883F-4989-B251-6FC5113EC3B2}"/>
              </a:ext>
            </a:extLst>
          </p:cNvPr>
          <p:cNvSpPr/>
          <p:nvPr/>
        </p:nvSpPr>
        <p:spPr>
          <a:xfrm>
            <a:off x="1333500" y="2540000"/>
            <a:ext cx="508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BSeg5">
            <a:extLst>
              <a:ext uri="{FF2B5EF4-FFF2-40B4-BE49-F238E27FC236}">
                <a16:creationId xmlns:a16="http://schemas.microsoft.com/office/drawing/2014/main" id="{2AD5C965-B204-4386-8DCE-78B5522C240B}"/>
              </a:ext>
            </a:extLst>
          </p:cNvPr>
          <p:cNvSpPr/>
          <p:nvPr/>
        </p:nvSpPr>
        <p:spPr>
          <a:xfrm>
            <a:off x="1384300" y="1524000"/>
            <a:ext cx="1270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BSeg6">
            <a:extLst>
              <a:ext uri="{FF2B5EF4-FFF2-40B4-BE49-F238E27FC236}">
                <a16:creationId xmlns:a16="http://schemas.microsoft.com/office/drawing/2014/main" id="{00F3F85A-B60D-4787-909E-7584BDAEB843}"/>
              </a:ext>
            </a:extLst>
          </p:cNvPr>
          <p:cNvSpPr/>
          <p:nvPr/>
        </p:nvSpPr>
        <p:spPr>
          <a:xfrm>
            <a:off x="1511300" y="2540000"/>
            <a:ext cx="381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BSeg7">
            <a:extLst>
              <a:ext uri="{FF2B5EF4-FFF2-40B4-BE49-F238E27FC236}">
                <a16:creationId xmlns:a16="http://schemas.microsoft.com/office/drawing/2014/main" id="{2877CBBA-0677-44DD-AB08-451A3F220DC1}"/>
              </a:ext>
            </a:extLst>
          </p:cNvPr>
          <p:cNvSpPr/>
          <p:nvPr/>
        </p:nvSpPr>
        <p:spPr>
          <a:xfrm>
            <a:off x="1549400" y="1524000"/>
            <a:ext cx="762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4" name="BSeg8">
            <a:extLst>
              <a:ext uri="{FF2B5EF4-FFF2-40B4-BE49-F238E27FC236}">
                <a16:creationId xmlns:a16="http://schemas.microsoft.com/office/drawing/2014/main" id="{72E307EE-2F10-416D-A72B-416034318EF1}"/>
              </a:ext>
            </a:extLst>
          </p:cNvPr>
          <p:cNvSpPr/>
          <p:nvPr/>
        </p:nvSpPr>
        <p:spPr>
          <a:xfrm>
            <a:off x="1625600" y="2540000"/>
            <a:ext cx="508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5" name="BSeg9">
            <a:extLst>
              <a:ext uri="{FF2B5EF4-FFF2-40B4-BE49-F238E27FC236}">
                <a16:creationId xmlns:a16="http://schemas.microsoft.com/office/drawing/2014/main" id="{81B3524C-624E-41A3-B712-6D4E4BC56D3F}"/>
              </a:ext>
            </a:extLst>
          </p:cNvPr>
          <p:cNvSpPr/>
          <p:nvPr/>
        </p:nvSpPr>
        <p:spPr>
          <a:xfrm>
            <a:off x="1676400" y="1524000"/>
            <a:ext cx="12700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BSeg10">
            <a:extLst>
              <a:ext uri="{FF2B5EF4-FFF2-40B4-BE49-F238E27FC236}">
                <a16:creationId xmlns:a16="http://schemas.microsoft.com/office/drawing/2014/main" id="{15378B74-B373-41FA-BE92-E8D332CF1C30}"/>
              </a:ext>
            </a:extLst>
          </p:cNvPr>
          <p:cNvSpPr/>
          <p:nvPr/>
        </p:nvSpPr>
        <p:spPr>
          <a:xfrm>
            <a:off x="2946400" y="1524000"/>
            <a:ext cx="3810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7" name="BSeg11">
            <a:extLst>
              <a:ext uri="{FF2B5EF4-FFF2-40B4-BE49-F238E27FC236}">
                <a16:creationId xmlns:a16="http://schemas.microsoft.com/office/drawing/2014/main" id="{B298751B-C8A2-4D22-9482-2297EC592920}"/>
              </a:ext>
            </a:extLst>
          </p:cNvPr>
          <p:cNvSpPr/>
          <p:nvPr/>
        </p:nvSpPr>
        <p:spPr>
          <a:xfrm>
            <a:off x="3327400" y="2540000"/>
            <a:ext cx="1016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8" name="BSeg12">
            <a:extLst>
              <a:ext uri="{FF2B5EF4-FFF2-40B4-BE49-F238E27FC236}">
                <a16:creationId xmlns:a16="http://schemas.microsoft.com/office/drawing/2014/main" id="{F92715F5-1FA6-471F-A63E-4A96E2A05F26}"/>
              </a:ext>
            </a:extLst>
          </p:cNvPr>
          <p:cNvSpPr/>
          <p:nvPr/>
        </p:nvSpPr>
        <p:spPr>
          <a:xfrm>
            <a:off x="3429000" y="1524000"/>
            <a:ext cx="635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9" name="BSeg13">
            <a:extLst>
              <a:ext uri="{FF2B5EF4-FFF2-40B4-BE49-F238E27FC236}">
                <a16:creationId xmlns:a16="http://schemas.microsoft.com/office/drawing/2014/main" id="{899A3F14-6611-4777-A200-C71AF2F2B40B}"/>
              </a:ext>
            </a:extLst>
          </p:cNvPr>
          <p:cNvSpPr/>
          <p:nvPr/>
        </p:nvSpPr>
        <p:spPr>
          <a:xfrm>
            <a:off x="3492500" y="2540000"/>
            <a:ext cx="508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0" name="BSeg14">
            <a:extLst>
              <a:ext uri="{FF2B5EF4-FFF2-40B4-BE49-F238E27FC236}">
                <a16:creationId xmlns:a16="http://schemas.microsoft.com/office/drawing/2014/main" id="{F5270B18-E76F-4913-B78E-B10A88236797}"/>
              </a:ext>
            </a:extLst>
          </p:cNvPr>
          <p:cNvSpPr/>
          <p:nvPr/>
        </p:nvSpPr>
        <p:spPr>
          <a:xfrm>
            <a:off x="3543300" y="1524000"/>
            <a:ext cx="381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1" name="BSeg15">
            <a:extLst>
              <a:ext uri="{FF2B5EF4-FFF2-40B4-BE49-F238E27FC236}">
                <a16:creationId xmlns:a16="http://schemas.microsoft.com/office/drawing/2014/main" id="{F768DC46-1B99-40DE-84DD-63B4008D1FB7}"/>
              </a:ext>
            </a:extLst>
          </p:cNvPr>
          <p:cNvSpPr/>
          <p:nvPr/>
        </p:nvSpPr>
        <p:spPr>
          <a:xfrm>
            <a:off x="3581400" y="2540000"/>
            <a:ext cx="762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2" name="BSeg16">
            <a:extLst>
              <a:ext uri="{FF2B5EF4-FFF2-40B4-BE49-F238E27FC236}">
                <a16:creationId xmlns:a16="http://schemas.microsoft.com/office/drawing/2014/main" id="{C3F7D479-A5B5-4805-AE30-C657FA538C98}"/>
              </a:ext>
            </a:extLst>
          </p:cNvPr>
          <p:cNvSpPr/>
          <p:nvPr/>
        </p:nvSpPr>
        <p:spPr>
          <a:xfrm>
            <a:off x="3657600" y="1524000"/>
            <a:ext cx="508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3" name="BSeg17">
            <a:extLst>
              <a:ext uri="{FF2B5EF4-FFF2-40B4-BE49-F238E27FC236}">
                <a16:creationId xmlns:a16="http://schemas.microsoft.com/office/drawing/2014/main" id="{0992C0B2-1210-407F-8605-B6AE5154DD63}"/>
              </a:ext>
            </a:extLst>
          </p:cNvPr>
          <p:cNvSpPr/>
          <p:nvPr/>
        </p:nvSpPr>
        <p:spPr>
          <a:xfrm>
            <a:off x="3708400" y="2540000"/>
            <a:ext cx="1524000" cy="381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4" name="BAxisH">
            <a:extLst>
              <a:ext uri="{FF2B5EF4-FFF2-40B4-BE49-F238E27FC236}">
                <a16:creationId xmlns:a16="http://schemas.microsoft.com/office/drawing/2014/main" id="{40E85D24-81D8-4F9B-8860-044F29C95AE8}"/>
              </a:ext>
            </a:extLst>
          </p:cNvPr>
          <p:cNvSpPr txBox="1"/>
          <p:nvPr/>
        </p:nvSpPr>
        <p:spPr>
          <a:xfrm>
            <a:off x="533400" y="1447800"/>
            <a:ext cx="177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 b="1" dirty="0">
                <a:solidFill>
                  <a:srgbClr val="00E676"/>
                </a:solidFill>
              </a:rPr>
              <a:t>H</a:t>
            </a:r>
          </a:p>
        </p:txBody>
      </p:sp>
      <p:sp>
        <p:nvSpPr>
          <p:cNvPr id="25" name="BAxisL">
            <a:extLst>
              <a:ext uri="{FF2B5EF4-FFF2-40B4-BE49-F238E27FC236}">
                <a16:creationId xmlns:a16="http://schemas.microsoft.com/office/drawing/2014/main" id="{7FE2F09C-90C1-47CA-B26A-158F0CA26507}"/>
              </a:ext>
            </a:extLst>
          </p:cNvPr>
          <p:cNvSpPr txBox="1"/>
          <p:nvPr/>
        </p:nvSpPr>
        <p:spPr>
          <a:xfrm>
            <a:off x="533400" y="2489200"/>
            <a:ext cx="177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 b="1" dirty="0">
                <a:solidFill>
                  <a:srgbClr val="FF6B6B"/>
                </a:solidFill>
              </a:rPr>
              <a:t>L</a:t>
            </a:r>
          </a:p>
        </p:txBody>
      </p:sp>
      <p:sp>
        <p:nvSpPr>
          <p:cNvPr id="26" name="BounceZone1">
            <a:extLst>
              <a:ext uri="{FF2B5EF4-FFF2-40B4-BE49-F238E27FC236}">
                <a16:creationId xmlns:a16="http://schemas.microsoft.com/office/drawing/2014/main" id="{862C3AB4-3BE7-43BA-B0D4-F9B5756D5F5D}"/>
              </a:ext>
            </a:extLst>
          </p:cNvPr>
          <p:cNvSpPr txBox="1"/>
          <p:nvPr/>
        </p:nvSpPr>
        <p:spPr>
          <a:xfrm>
            <a:off x="1041400" y="27432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pt-BR" sz="800" dirty="0">
                <a:solidFill>
                  <a:srgbClr val="FFD54F"/>
                </a:solidFill>
              </a:rPr>
              <a:t>bounce</a:t>
            </a:r>
          </a:p>
        </p:txBody>
      </p:sp>
      <p:sp>
        <p:nvSpPr>
          <p:cNvPr id="27" name="BounceZone2">
            <a:extLst>
              <a:ext uri="{FF2B5EF4-FFF2-40B4-BE49-F238E27FC236}">
                <a16:creationId xmlns:a16="http://schemas.microsoft.com/office/drawing/2014/main" id="{04681EBD-EA92-4A4E-A23C-5CA733A14E5A}"/>
              </a:ext>
            </a:extLst>
          </p:cNvPr>
          <p:cNvSpPr txBox="1"/>
          <p:nvPr/>
        </p:nvSpPr>
        <p:spPr>
          <a:xfrm>
            <a:off x="3276600" y="2743200"/>
            <a:ext cx="101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pt-BR" sz="800" dirty="0">
                <a:solidFill>
                  <a:srgbClr val="FFD54F"/>
                </a:solidFill>
              </a:rPr>
              <a:t>bounce</a:t>
            </a:r>
          </a:p>
        </p:txBody>
      </p:sp>
      <p:sp>
        <p:nvSpPr>
          <p:cNvPr id="28" name="CleanBg">
            <a:extLst>
              <a:ext uri="{FF2B5EF4-FFF2-40B4-BE49-F238E27FC236}">
                <a16:creationId xmlns:a16="http://schemas.microsoft.com/office/drawing/2014/main" id="{C4236863-3565-497A-955C-5DEA89869BA4}"/>
              </a:ext>
            </a:extLst>
          </p:cNvPr>
          <p:cNvSpPr/>
          <p:nvPr/>
        </p:nvSpPr>
        <p:spPr>
          <a:xfrm>
            <a:off x="6350000" y="1117600"/>
            <a:ext cx="5384800" cy="2286000"/>
          </a:xfrm>
          <a:prstGeom prst="roundRect">
            <a:avLst/>
          </a:prstGeom>
          <a:solidFill>
            <a:srgbClr val="0D1117"/>
          </a:solidFill>
          <a:ln w="25400" cap="flat" cmpd="sng" algn="ctr">
            <a:solidFill>
              <a:srgbClr val="00E6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9" name="CleanLabel">
            <a:extLst>
              <a:ext uri="{FF2B5EF4-FFF2-40B4-BE49-F238E27FC236}">
                <a16:creationId xmlns:a16="http://schemas.microsoft.com/office/drawing/2014/main" id="{6D3BDE30-0DDF-4F8E-9A56-825C4DBB917D}"/>
              </a:ext>
            </a:extLst>
          </p:cNvPr>
          <p:cNvSpPr txBox="1"/>
          <p:nvPr/>
        </p:nvSpPr>
        <p:spPr>
          <a:xfrm>
            <a:off x="6477000" y="1193800"/>
            <a:ext cx="279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100" b="1" dirty="0">
                <a:solidFill>
                  <a:srgbClr val="00E676"/>
                </a:solidFill>
              </a:rPr>
              <a:t>✓ Sinal com Debounce (Filtrado)</a:t>
            </a:r>
          </a:p>
        </p:txBody>
      </p:sp>
      <p:sp>
        <p:nvSpPr>
          <p:cNvPr id="30" name="CSeg0">
            <a:extLst>
              <a:ext uri="{FF2B5EF4-FFF2-40B4-BE49-F238E27FC236}">
                <a16:creationId xmlns:a16="http://schemas.microsoft.com/office/drawing/2014/main" id="{4B13DB14-DE24-4E64-A056-3F5055EB33CD}"/>
              </a:ext>
            </a:extLst>
          </p:cNvPr>
          <p:cNvSpPr/>
          <p:nvPr/>
        </p:nvSpPr>
        <p:spPr>
          <a:xfrm>
            <a:off x="6604000" y="2540000"/>
            <a:ext cx="1016000" cy="38100"/>
          </a:xfrm>
          <a:prstGeom prst="rect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1" name="CSeg1">
            <a:extLst>
              <a:ext uri="{FF2B5EF4-FFF2-40B4-BE49-F238E27FC236}">
                <a16:creationId xmlns:a16="http://schemas.microsoft.com/office/drawing/2014/main" id="{A8026F11-7B6F-4DF6-A8D6-8AD7C424E31E}"/>
              </a:ext>
            </a:extLst>
          </p:cNvPr>
          <p:cNvSpPr/>
          <p:nvPr/>
        </p:nvSpPr>
        <p:spPr>
          <a:xfrm>
            <a:off x="7620000" y="1524000"/>
            <a:ext cx="2032000" cy="38100"/>
          </a:xfrm>
          <a:prstGeom prst="rect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2" name="CSeg2">
            <a:extLst>
              <a:ext uri="{FF2B5EF4-FFF2-40B4-BE49-F238E27FC236}">
                <a16:creationId xmlns:a16="http://schemas.microsoft.com/office/drawing/2014/main" id="{99C046C7-5411-4F44-83A2-FA81968E06B8}"/>
              </a:ext>
            </a:extLst>
          </p:cNvPr>
          <p:cNvSpPr/>
          <p:nvPr/>
        </p:nvSpPr>
        <p:spPr>
          <a:xfrm>
            <a:off x="9652000" y="2540000"/>
            <a:ext cx="1905000" cy="38100"/>
          </a:xfrm>
          <a:prstGeom prst="rect">
            <a:avLst/>
          </a:prstGeom>
          <a:solidFill>
            <a:srgbClr val="00D9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3" name="CAxisH">
            <a:extLst>
              <a:ext uri="{FF2B5EF4-FFF2-40B4-BE49-F238E27FC236}">
                <a16:creationId xmlns:a16="http://schemas.microsoft.com/office/drawing/2014/main" id="{5B047153-75D0-4385-8492-E035A5522472}"/>
              </a:ext>
            </a:extLst>
          </p:cNvPr>
          <p:cNvSpPr txBox="1"/>
          <p:nvPr/>
        </p:nvSpPr>
        <p:spPr>
          <a:xfrm>
            <a:off x="6426200" y="1447800"/>
            <a:ext cx="177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 b="1" dirty="0">
                <a:solidFill>
                  <a:srgbClr val="00E676"/>
                </a:solidFill>
              </a:rPr>
              <a:t>H</a:t>
            </a:r>
          </a:p>
        </p:txBody>
      </p:sp>
      <p:sp>
        <p:nvSpPr>
          <p:cNvPr id="34" name="CAxisL">
            <a:extLst>
              <a:ext uri="{FF2B5EF4-FFF2-40B4-BE49-F238E27FC236}">
                <a16:creationId xmlns:a16="http://schemas.microsoft.com/office/drawing/2014/main" id="{4C327B87-673D-4D1B-9B3E-186657324764}"/>
              </a:ext>
            </a:extLst>
          </p:cNvPr>
          <p:cNvSpPr txBox="1"/>
          <p:nvPr/>
        </p:nvSpPr>
        <p:spPr>
          <a:xfrm>
            <a:off x="6426200" y="2489200"/>
            <a:ext cx="1778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900" b="1" dirty="0">
                <a:solidFill>
                  <a:srgbClr val="00D9FF"/>
                </a:solidFill>
              </a:rPr>
              <a:t>L</a:t>
            </a:r>
          </a:p>
        </p:txBody>
      </p:sp>
      <p:sp>
        <p:nvSpPr>
          <p:cNvPr id="35" name="Card0">
            <a:extLst>
              <a:ext uri="{FF2B5EF4-FFF2-40B4-BE49-F238E27FC236}">
                <a16:creationId xmlns:a16="http://schemas.microsoft.com/office/drawing/2014/main" id="{FC9A800C-DCD6-411C-A14E-A7846FACC5B4}"/>
              </a:ext>
            </a:extLst>
          </p:cNvPr>
          <p:cNvSpPr/>
          <p:nvPr/>
        </p:nvSpPr>
        <p:spPr>
          <a:xfrm>
            <a:off x="457200" y="3683000"/>
            <a:ext cx="3556000" cy="15240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6" name="CardTitle0">
            <a:extLst>
              <a:ext uri="{FF2B5EF4-FFF2-40B4-BE49-F238E27FC236}">
                <a16:creationId xmlns:a16="http://schemas.microsoft.com/office/drawing/2014/main" id="{68A0DF11-5F44-4D5B-AD94-0F15E23C14FC}"/>
              </a:ext>
            </a:extLst>
          </p:cNvPr>
          <p:cNvSpPr txBox="1"/>
          <p:nvPr/>
        </p:nvSpPr>
        <p:spPr>
          <a:xfrm>
            <a:off x="635000" y="38100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FF6B6B"/>
                </a:solidFill>
              </a:rPr>
              <a:t>Problema Físico</a:t>
            </a:r>
          </a:p>
        </p:txBody>
      </p:sp>
      <p:sp>
        <p:nvSpPr>
          <p:cNvPr id="37" name="CardDesc0">
            <a:extLst>
              <a:ext uri="{FF2B5EF4-FFF2-40B4-BE49-F238E27FC236}">
                <a16:creationId xmlns:a16="http://schemas.microsoft.com/office/drawing/2014/main" id="{FD218BF0-BE64-4BA0-A219-E968D37F8FCD}"/>
              </a:ext>
            </a:extLst>
          </p:cNvPr>
          <p:cNvSpPr txBox="1"/>
          <p:nvPr/>
        </p:nvSpPr>
        <p:spPr>
          <a:xfrm>
            <a:off x="635000" y="4140200"/>
            <a:ext cx="3200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Ao pressionar um botão, os contatos metálicos vibram rapidamente (~1-5ms), gerando múltiplas transições HIGH/LOW.</a:t>
            </a:r>
          </a:p>
        </p:txBody>
      </p:sp>
      <p:sp>
        <p:nvSpPr>
          <p:cNvPr id="38" name="Card1">
            <a:extLst>
              <a:ext uri="{FF2B5EF4-FFF2-40B4-BE49-F238E27FC236}">
                <a16:creationId xmlns:a16="http://schemas.microsoft.com/office/drawing/2014/main" id="{FB68CE72-E96E-45CA-8964-8ECBF569119B}"/>
              </a:ext>
            </a:extLst>
          </p:cNvPr>
          <p:cNvSpPr/>
          <p:nvPr/>
        </p:nvSpPr>
        <p:spPr>
          <a:xfrm>
            <a:off x="4318000" y="3683000"/>
            <a:ext cx="3556000" cy="15240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FFD5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39" name="CardTitle1">
            <a:extLst>
              <a:ext uri="{FF2B5EF4-FFF2-40B4-BE49-F238E27FC236}">
                <a16:creationId xmlns:a16="http://schemas.microsoft.com/office/drawing/2014/main" id="{84F41DA5-3F7D-4F17-9B52-20610B3CEB6D}"/>
              </a:ext>
            </a:extLst>
          </p:cNvPr>
          <p:cNvSpPr txBox="1"/>
          <p:nvPr/>
        </p:nvSpPr>
        <p:spPr>
          <a:xfrm>
            <a:off x="4495800" y="38100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FFD54F"/>
                </a:solidFill>
              </a:rPr>
              <a:t>Impacto no Código</a:t>
            </a:r>
          </a:p>
        </p:txBody>
      </p:sp>
      <p:sp>
        <p:nvSpPr>
          <p:cNvPr id="40" name="CardDesc1">
            <a:extLst>
              <a:ext uri="{FF2B5EF4-FFF2-40B4-BE49-F238E27FC236}">
                <a16:creationId xmlns:a16="http://schemas.microsoft.com/office/drawing/2014/main" id="{5568A669-8893-42A2-9C2A-78203BC2627B}"/>
              </a:ext>
            </a:extLst>
          </p:cNvPr>
          <p:cNvSpPr txBox="1"/>
          <p:nvPr/>
        </p:nvSpPr>
        <p:spPr>
          <a:xfrm>
            <a:off x="4495800" y="4140200"/>
            <a:ext cx="3200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Cada bounce é interpretado como uma pressão separada. Um clique pode gerar 5-10 eventos falsos no digitalRead().</a:t>
            </a:r>
          </a:p>
        </p:txBody>
      </p:sp>
      <p:sp>
        <p:nvSpPr>
          <p:cNvPr id="41" name="Card2">
            <a:extLst>
              <a:ext uri="{FF2B5EF4-FFF2-40B4-BE49-F238E27FC236}">
                <a16:creationId xmlns:a16="http://schemas.microsoft.com/office/drawing/2014/main" id="{C63BC6EC-C0FD-4F2E-BE4E-EBF49BE5CF22}"/>
              </a:ext>
            </a:extLst>
          </p:cNvPr>
          <p:cNvSpPr/>
          <p:nvPr/>
        </p:nvSpPr>
        <p:spPr>
          <a:xfrm>
            <a:off x="8178800" y="3683000"/>
            <a:ext cx="3556000" cy="15240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00E6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2" name="CardTitle2">
            <a:extLst>
              <a:ext uri="{FF2B5EF4-FFF2-40B4-BE49-F238E27FC236}">
                <a16:creationId xmlns:a16="http://schemas.microsoft.com/office/drawing/2014/main" id="{2E21B24C-BE8E-4EC6-B9E3-4EE872481EE7}"/>
              </a:ext>
            </a:extLst>
          </p:cNvPr>
          <p:cNvSpPr txBox="1"/>
          <p:nvPr/>
        </p:nvSpPr>
        <p:spPr>
          <a:xfrm>
            <a:off x="8356600" y="3810000"/>
            <a:ext cx="320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00E676"/>
                </a:solidFill>
              </a:rPr>
              <a:t>Solução: Debounce</a:t>
            </a:r>
          </a:p>
        </p:txBody>
      </p:sp>
      <p:sp>
        <p:nvSpPr>
          <p:cNvPr id="43" name="CardDesc2">
            <a:extLst>
              <a:ext uri="{FF2B5EF4-FFF2-40B4-BE49-F238E27FC236}">
                <a16:creationId xmlns:a16="http://schemas.microsoft.com/office/drawing/2014/main" id="{AF9BC4C4-2EE5-4A38-A824-D0FE0B69B3B3}"/>
              </a:ext>
            </a:extLst>
          </p:cNvPr>
          <p:cNvSpPr txBox="1"/>
          <p:nvPr/>
        </p:nvSpPr>
        <p:spPr>
          <a:xfrm>
            <a:off x="8356600" y="4140200"/>
            <a:ext cx="3200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Técnicas de software (millis) ou hardware (capacitor RC) filtram as oscilações e entregam um sinal limpo.</a:t>
            </a:r>
          </a:p>
        </p:txBody>
      </p:sp>
      <p:sp>
        <p:nvSpPr>
          <p:cNvPr id="44" name="FootDot">
            <a:extLst>
              <a:ext uri="{FF2B5EF4-FFF2-40B4-BE49-F238E27FC236}">
                <a16:creationId xmlns:a16="http://schemas.microsoft.com/office/drawing/2014/main" id="{93C8F6E7-7AC8-4545-AE6F-D965288415B0}"/>
              </a:ext>
            </a:extLst>
          </p:cNvPr>
          <p:cNvSpPr/>
          <p:nvPr/>
        </p:nvSpPr>
        <p:spPr>
          <a:xfrm>
            <a:off x="457200" y="5461000"/>
            <a:ext cx="101600" cy="101600"/>
          </a:xfrm>
          <a:prstGeom prst="ellipse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5" name="FootText">
            <a:extLst>
              <a:ext uri="{FF2B5EF4-FFF2-40B4-BE49-F238E27FC236}">
                <a16:creationId xmlns:a16="http://schemas.microsoft.com/office/drawing/2014/main" id="{BB0F371E-1B76-43BE-AD81-F5F7E872272D}"/>
              </a:ext>
            </a:extLst>
          </p:cNvPr>
          <p:cNvSpPr txBox="1"/>
          <p:nvPr/>
        </p:nvSpPr>
        <p:spPr>
          <a:xfrm>
            <a:off x="685800" y="53848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B0BEC5"/>
                </a:solidFill>
              </a:rPr>
              <a:t>Duração típica do bounce: 1ms a 10ms</a:t>
            </a:r>
          </a:p>
        </p:txBody>
      </p:sp>
    </p:spTree>
    <p:extLst>
      <p:ext uri="{BB962C8B-B14F-4D97-AF65-F5344CB8AC3E}">
        <p14:creationId xmlns:p14="http://schemas.microsoft.com/office/powerpoint/2010/main" val="71047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6B220033-8ABB-4939-B61A-A260A631B272}"/>
              </a:ext>
            </a:extLst>
          </p:cNvPr>
          <p:cNvSpPr txBox="1"/>
          <p:nvPr/>
        </p:nvSpPr>
        <p:spPr>
          <a:xfrm>
            <a:off x="457200" y="228600"/>
            <a:ext cx="8890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400" b="1" dirty="0">
                <a:solidFill>
                  <a:srgbClr val="F0F0F0"/>
                </a:solidFill>
              </a:rPr>
              <a:t>Técnicas de </a:t>
            </a:r>
            <a:r>
              <a:rPr lang="pt-BR" sz="2400" b="1" dirty="0">
                <a:solidFill>
                  <a:srgbClr val="00E676"/>
                </a:solidFill>
              </a:rPr>
              <a:t>Debounce</a:t>
            </a:r>
            <a:r>
              <a:rPr lang="pt-BR" sz="2400" b="1" dirty="0">
                <a:solidFill>
                  <a:srgbClr val="F0F0F0"/>
                </a:solidFill>
              </a:rPr>
              <a:t> + Código PlatformIO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CDAFFF6-6673-47ED-8AE0-EF142BCEB015}"/>
              </a:ext>
            </a:extLst>
          </p:cNvPr>
          <p:cNvSpPr txBox="1"/>
          <p:nvPr/>
        </p:nvSpPr>
        <p:spPr>
          <a:xfrm>
            <a:off x="457200" y="685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dirty="0">
                <a:solidFill>
                  <a:srgbClr val="B0BEC5"/>
                </a:solidFill>
              </a:rPr>
              <a:t>Software com millis() e hardware com filtro RC</a:t>
            </a:r>
          </a:p>
        </p:txBody>
      </p:sp>
      <p:sp>
        <p:nvSpPr>
          <p:cNvPr id="4" name="SwCard">
            <a:extLst>
              <a:ext uri="{FF2B5EF4-FFF2-40B4-BE49-F238E27FC236}">
                <a16:creationId xmlns:a16="http://schemas.microsoft.com/office/drawing/2014/main" id="{6219CC13-D438-479A-9DEE-7C055BA342DE}"/>
              </a:ext>
            </a:extLst>
          </p:cNvPr>
          <p:cNvSpPr/>
          <p:nvPr/>
        </p:nvSpPr>
        <p:spPr>
          <a:xfrm>
            <a:off x="457200" y="1092200"/>
            <a:ext cx="5715000" cy="20828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00D9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5" name="SwTitle">
            <a:extLst>
              <a:ext uri="{FF2B5EF4-FFF2-40B4-BE49-F238E27FC236}">
                <a16:creationId xmlns:a16="http://schemas.microsoft.com/office/drawing/2014/main" id="{74AFBF59-88D9-408B-A099-EFA63EBECA82}"/>
              </a:ext>
            </a:extLst>
          </p:cNvPr>
          <p:cNvSpPr txBox="1"/>
          <p:nvPr/>
        </p:nvSpPr>
        <p:spPr>
          <a:xfrm>
            <a:off x="635000" y="11684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00D9FF"/>
                </a:solidFill>
              </a:rPr>
              <a:t>💻 Software — millis()</a:t>
            </a:r>
          </a:p>
        </p:txBody>
      </p:sp>
      <p:sp>
        <p:nvSpPr>
          <p:cNvPr id="6" name="SwCodeBg">
            <a:extLst>
              <a:ext uri="{FF2B5EF4-FFF2-40B4-BE49-F238E27FC236}">
                <a16:creationId xmlns:a16="http://schemas.microsoft.com/office/drawing/2014/main" id="{18D562DC-EF65-42C9-8657-8BA227544D8F}"/>
              </a:ext>
            </a:extLst>
          </p:cNvPr>
          <p:cNvSpPr/>
          <p:nvPr/>
        </p:nvSpPr>
        <p:spPr>
          <a:xfrm>
            <a:off x="584200" y="1498600"/>
            <a:ext cx="5461000" cy="1574800"/>
          </a:xfrm>
          <a:prstGeom prst="round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SwCode">
            <a:extLst>
              <a:ext uri="{FF2B5EF4-FFF2-40B4-BE49-F238E27FC236}">
                <a16:creationId xmlns:a16="http://schemas.microsoft.com/office/drawing/2014/main" id="{DD7A72EC-6725-4372-9695-055083B28A7C}"/>
              </a:ext>
            </a:extLst>
          </p:cNvPr>
          <p:cNvSpPr txBox="1"/>
          <p:nvPr/>
        </p:nvSpPr>
        <p:spPr>
          <a:xfrm>
            <a:off x="685800" y="1574800"/>
            <a:ext cx="5270500" cy="1447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000" dirty="0">
                <a:solidFill>
                  <a:srgbClr val="7C4DFF"/>
                </a:solidFill>
                <a:latin typeface="Consolas"/>
              </a:rPr>
              <a:t>if</a:t>
            </a:r>
            <a:r>
              <a:rPr lang="pt-BR" sz="1000" dirty="0">
                <a:solidFill>
                  <a:srgbClr val="D0D0D0"/>
                </a:solidFill>
                <a:latin typeface="Consolas"/>
              </a:rPr>
              <a:t> (reading != lastState) {</a:t>
            </a:r>
          </a:p>
          <a:p>
            <a:pPr algn="l">
              <a:buNone/>
            </a:pPr>
            <a:r>
              <a:rPr lang="pt-BR" sz="1000" dirty="0">
                <a:solidFill>
                  <a:srgbClr val="D0D0D0"/>
                </a:solidFill>
                <a:latin typeface="Consolas"/>
              </a:rPr>
              <a:t>  lastDebounce = </a:t>
            </a:r>
            <a:r>
              <a:rPr lang="pt-BR" sz="1000" dirty="0">
                <a:solidFill>
                  <a:srgbClr val="00D9FF"/>
                </a:solidFill>
                <a:latin typeface="Consolas"/>
              </a:rPr>
              <a:t>millis()</a:t>
            </a:r>
            <a:r>
              <a:rPr lang="pt-BR" sz="1000" dirty="0">
                <a:solidFill>
                  <a:srgbClr val="D0D0D0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pt-BR" sz="1000" dirty="0">
                <a:solidFill>
                  <a:srgbClr val="D0D0D0"/>
                </a:solidFill>
                <a:latin typeface="Consolas"/>
              </a:rPr>
              <a:t>}</a:t>
            </a:r>
          </a:p>
          <a:p>
            <a:pPr algn="l">
              <a:buNone/>
            </a:pPr>
            <a:r>
              <a:rPr lang="pt-BR" sz="1000" dirty="0">
                <a:solidFill>
                  <a:srgbClr val="7C4DFF"/>
                </a:solidFill>
                <a:latin typeface="Consolas"/>
              </a:rPr>
              <a:t>if</a:t>
            </a:r>
            <a:r>
              <a:rPr lang="pt-BR" sz="1000" dirty="0">
                <a:solidFill>
                  <a:srgbClr val="D0D0D0"/>
                </a:solidFill>
                <a:latin typeface="Consolas"/>
              </a:rPr>
              <a:t> (millis()-lastDebounce &gt; </a:t>
            </a:r>
            <a:r>
              <a:rPr lang="pt-BR" sz="1000" dirty="0">
                <a:solidFill>
                  <a:srgbClr val="00E676"/>
                </a:solidFill>
                <a:latin typeface="Consolas"/>
              </a:rPr>
              <a:t>50</a:t>
            </a:r>
            <a:r>
              <a:rPr lang="pt-BR" sz="1000" dirty="0">
                <a:solidFill>
                  <a:srgbClr val="D0D0D0"/>
                </a:solidFill>
                <a:latin typeface="Consolas"/>
              </a:rPr>
              <a:t>) {</a:t>
            </a:r>
          </a:p>
          <a:p>
            <a:pPr algn="l">
              <a:buNone/>
            </a:pPr>
            <a:r>
              <a:rPr lang="pt-BR" sz="1000" dirty="0">
                <a:solidFill>
                  <a:srgbClr val="D0D0D0"/>
                </a:solidFill>
                <a:latin typeface="Consolas"/>
              </a:rPr>
              <a:t>  btnState = reading; </a:t>
            </a:r>
            <a:r>
              <a:rPr lang="pt-BR" sz="1000" dirty="0">
                <a:solidFill>
                  <a:srgbClr val="7C4DFF"/>
                </a:solidFill>
                <a:latin typeface="Consolas"/>
              </a:rPr>
              <a:t>// estabilizou!</a:t>
            </a:r>
          </a:p>
          <a:p>
            <a:pPr algn="l">
              <a:buNone/>
            </a:pPr>
            <a:r>
              <a:rPr lang="pt-BR" sz="1000" dirty="0">
                <a:solidFill>
                  <a:srgbClr val="D0D0D0"/>
                </a:solidFill>
                <a:latin typeface="Consolas"/>
              </a:rPr>
              <a:t>}</a:t>
            </a:r>
          </a:p>
        </p:txBody>
      </p:sp>
      <p:sp>
        <p:nvSpPr>
          <p:cNvPr id="8" name="HwCard">
            <a:extLst>
              <a:ext uri="{FF2B5EF4-FFF2-40B4-BE49-F238E27FC236}">
                <a16:creationId xmlns:a16="http://schemas.microsoft.com/office/drawing/2014/main" id="{E8F9B2C0-F845-43B4-A212-2F6699F3749C}"/>
              </a:ext>
            </a:extLst>
          </p:cNvPr>
          <p:cNvSpPr/>
          <p:nvPr/>
        </p:nvSpPr>
        <p:spPr>
          <a:xfrm>
            <a:off x="6350000" y="1092200"/>
            <a:ext cx="5384800" cy="2082800"/>
          </a:xfrm>
          <a:prstGeom prst="roundRect">
            <a:avLst/>
          </a:prstGeom>
          <a:solidFill>
            <a:srgbClr val="16213E"/>
          </a:solidFill>
          <a:ln w="12700" cap="flat" cmpd="sng" algn="ctr">
            <a:solidFill>
              <a:srgbClr val="FFD5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9" name="HwTitle">
            <a:extLst>
              <a:ext uri="{FF2B5EF4-FFF2-40B4-BE49-F238E27FC236}">
                <a16:creationId xmlns:a16="http://schemas.microsoft.com/office/drawing/2014/main" id="{E08B974A-8C79-4E62-965A-88E59240CB26}"/>
              </a:ext>
            </a:extLst>
          </p:cNvPr>
          <p:cNvSpPr txBox="1"/>
          <p:nvPr/>
        </p:nvSpPr>
        <p:spPr>
          <a:xfrm>
            <a:off x="6527800" y="11684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600" b="1" dirty="0">
                <a:solidFill>
                  <a:srgbClr val="FFD54F"/>
                </a:solidFill>
              </a:rPr>
              <a:t>⚡ Hardware — Filtro RC</a:t>
            </a:r>
          </a:p>
        </p:txBody>
      </p:sp>
      <p:sp>
        <p:nvSpPr>
          <p:cNvPr id="10" name="HwDiagBg">
            <a:extLst>
              <a:ext uri="{FF2B5EF4-FFF2-40B4-BE49-F238E27FC236}">
                <a16:creationId xmlns:a16="http://schemas.microsoft.com/office/drawing/2014/main" id="{71F08F98-6791-4AF5-B88F-7BF439BBADBF}"/>
              </a:ext>
            </a:extLst>
          </p:cNvPr>
          <p:cNvSpPr/>
          <p:nvPr/>
        </p:nvSpPr>
        <p:spPr>
          <a:xfrm>
            <a:off x="6477000" y="1498600"/>
            <a:ext cx="5130800" cy="1574800"/>
          </a:xfrm>
          <a:prstGeom prst="roundRect">
            <a:avLst/>
          </a:prstGeom>
          <a:solidFill>
            <a:srgbClr val="0D11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1" name="HwDesc">
            <a:extLst>
              <a:ext uri="{FF2B5EF4-FFF2-40B4-BE49-F238E27FC236}">
                <a16:creationId xmlns:a16="http://schemas.microsoft.com/office/drawing/2014/main" id="{991650FD-3A80-4953-8EA7-8C1CC3451148}"/>
              </a:ext>
            </a:extLst>
          </p:cNvPr>
          <p:cNvSpPr txBox="1"/>
          <p:nvPr/>
        </p:nvSpPr>
        <p:spPr>
          <a:xfrm>
            <a:off x="6578600" y="1549400"/>
            <a:ext cx="4953000" cy="147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B0BEC5"/>
                </a:solidFill>
              </a:rPr>
              <a:t>Capacitor em paralelo com o botão: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</a:rPr>
              <a:t>  • </a:t>
            </a:r>
            <a:r>
              <a:rPr lang="pt-BR" sz="1400" b="1" dirty="0">
                <a:solidFill>
                  <a:srgbClr val="FFD54F"/>
                </a:solidFill>
                <a:latin typeface="Consolas"/>
              </a:rPr>
              <a:t>R = 10kΩ</a:t>
            </a:r>
            <a:r>
              <a:rPr lang="pt-BR" sz="1400" dirty="0">
                <a:solidFill>
                  <a:srgbClr val="D0D0D0"/>
                </a:solidFill>
              </a:rPr>
              <a:t> + </a:t>
            </a:r>
            <a:r>
              <a:rPr lang="pt-BR" sz="1400" b="1" dirty="0">
                <a:solidFill>
                  <a:srgbClr val="00D9FF"/>
                </a:solidFill>
                <a:latin typeface="Consolas"/>
              </a:rPr>
              <a:t>C = 100nF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</a:rPr>
              <a:t>  • τ = R × C = </a:t>
            </a:r>
            <a:r>
              <a:rPr lang="pt-BR" sz="1400" b="1" dirty="0">
                <a:solidFill>
                  <a:srgbClr val="00E676"/>
                </a:solidFill>
                <a:latin typeface="Consolas"/>
              </a:rPr>
              <a:t>1ms</a:t>
            </a:r>
          </a:p>
          <a:p>
            <a:pPr algn="l">
              <a:buNone/>
            </a:pPr>
            <a:r>
              <a:rPr lang="pt-BR" sz="1400" dirty="0">
                <a:solidFill>
                  <a:srgbClr val="D0D0D0"/>
                </a:solidFill>
              </a:rPr>
              <a:t>  • </a:t>
            </a:r>
            <a:r>
              <a:rPr lang="pt-BR" sz="1400" dirty="0">
                <a:solidFill>
                  <a:srgbClr val="B0BEC5"/>
                </a:solidFill>
              </a:rPr>
              <a:t>O capacitor absorve as oscilações</a:t>
            </a:r>
          </a:p>
        </p:txBody>
      </p:sp>
      <p:sp>
        <p:nvSpPr>
          <p:cNvPr id="12" name="FullCodeBg">
            <a:extLst>
              <a:ext uri="{FF2B5EF4-FFF2-40B4-BE49-F238E27FC236}">
                <a16:creationId xmlns:a16="http://schemas.microsoft.com/office/drawing/2014/main" id="{7358B4E5-C2DE-483D-9AA6-44421450F295}"/>
              </a:ext>
            </a:extLst>
          </p:cNvPr>
          <p:cNvSpPr/>
          <p:nvPr/>
        </p:nvSpPr>
        <p:spPr>
          <a:xfrm>
            <a:off x="457200" y="3352800"/>
            <a:ext cx="11277600" cy="1930400"/>
          </a:xfrm>
          <a:prstGeom prst="roundRect">
            <a:avLst/>
          </a:prstGeom>
          <a:solidFill>
            <a:srgbClr val="0D1117"/>
          </a:solidFill>
          <a:ln w="12700" cap="flat" cmpd="sng" algn="ctr">
            <a:solidFill>
              <a:srgbClr val="00E6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FullCodeLabel">
            <a:extLst>
              <a:ext uri="{FF2B5EF4-FFF2-40B4-BE49-F238E27FC236}">
                <a16:creationId xmlns:a16="http://schemas.microsoft.com/office/drawing/2014/main" id="{C940121F-7DF6-4429-A0FC-107758673206}"/>
              </a:ext>
            </a:extLst>
          </p:cNvPr>
          <p:cNvSpPr txBox="1"/>
          <p:nvPr/>
        </p:nvSpPr>
        <p:spPr>
          <a:xfrm>
            <a:off x="584200" y="33782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000" b="1" dirty="0">
                <a:solidFill>
                  <a:srgbClr val="00E676"/>
                </a:solidFill>
                <a:latin typeface="Consolas"/>
              </a:rPr>
              <a:t>  Exemplo Completo — PlatformIO (ESP32)</a:t>
            </a:r>
          </a:p>
        </p:txBody>
      </p:sp>
      <p:sp>
        <p:nvSpPr>
          <p:cNvPr id="14" name="FullCode">
            <a:extLst>
              <a:ext uri="{FF2B5EF4-FFF2-40B4-BE49-F238E27FC236}">
                <a16:creationId xmlns:a16="http://schemas.microsoft.com/office/drawing/2014/main" id="{805E65E9-5116-471C-A8C7-0F4406F4FC71}"/>
              </a:ext>
            </a:extLst>
          </p:cNvPr>
          <p:cNvSpPr txBox="1"/>
          <p:nvPr/>
        </p:nvSpPr>
        <p:spPr>
          <a:xfrm>
            <a:off x="635000" y="3632200"/>
            <a:ext cx="109728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pt-BR" sz="900" dirty="0">
                <a:solidFill>
                  <a:srgbClr val="7C4DFF"/>
                </a:solidFill>
                <a:latin typeface="Consolas"/>
              </a:rPr>
              <a:t>#define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 BTN_PIN </a:t>
            </a:r>
            <a:r>
              <a:rPr lang="pt-BR" sz="900" dirty="0">
                <a:solidFill>
                  <a:srgbClr val="00E676"/>
                </a:solidFill>
                <a:latin typeface="Consolas"/>
              </a:rPr>
              <a:t>15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              </a:t>
            </a:r>
            <a:r>
              <a:rPr lang="pt-BR" sz="900" dirty="0">
                <a:solidFill>
                  <a:srgbClr val="7C4DFF"/>
                </a:solidFill>
                <a:latin typeface="Consolas"/>
              </a:rPr>
              <a:t>#define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 DEBOUNCE_MS </a:t>
            </a:r>
            <a:r>
              <a:rPr lang="pt-BR" sz="900" dirty="0">
                <a:solidFill>
                  <a:srgbClr val="00E676"/>
                </a:solidFill>
                <a:latin typeface="Consolas"/>
              </a:rPr>
              <a:t>50</a:t>
            </a:r>
          </a:p>
          <a:p>
            <a:pPr algn="l">
              <a:buNone/>
            </a:pPr>
            <a:r>
              <a:rPr lang="pt-BR" sz="900" dirty="0">
                <a:solidFill>
                  <a:srgbClr val="00D9FF"/>
                </a:solidFill>
                <a:latin typeface="Consolas"/>
              </a:rPr>
              <a:t>bool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 btnState=HIGH, lastState=HIGH;  </a:t>
            </a:r>
            <a:r>
              <a:rPr lang="pt-BR" sz="900" dirty="0">
                <a:solidFill>
                  <a:srgbClr val="00D9FF"/>
                </a:solidFill>
                <a:latin typeface="Consolas"/>
              </a:rPr>
              <a:t>unsigned long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 lastDebounce=</a:t>
            </a:r>
            <a:r>
              <a:rPr lang="pt-BR" sz="900" dirty="0">
                <a:solidFill>
                  <a:srgbClr val="00E676"/>
                </a:solidFill>
                <a:latin typeface="Consolas"/>
              </a:rPr>
              <a:t>0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;</a:t>
            </a:r>
          </a:p>
          <a:p>
            <a:pPr algn="l">
              <a:buNone/>
            </a:pPr>
            <a:r>
              <a:rPr lang="pt-BR" sz="900" dirty="0">
                <a:solidFill>
                  <a:srgbClr val="D0D0D0"/>
                </a:solidFill>
                <a:latin typeface="Consolas"/>
              </a:rPr>
              <a:t> </a:t>
            </a:r>
          </a:p>
          <a:p>
            <a:pPr algn="l">
              <a:buNone/>
            </a:pPr>
            <a:r>
              <a:rPr lang="pt-BR" sz="900" dirty="0">
                <a:solidFill>
                  <a:srgbClr val="00D9FF"/>
                </a:solidFill>
                <a:latin typeface="Consolas"/>
              </a:rPr>
              <a:t>void</a:t>
            </a:r>
            <a:r>
              <a:rPr lang="pt-BR" sz="900" dirty="0">
                <a:solidFill>
                  <a:srgbClr val="FFD54F"/>
                </a:solidFill>
                <a:latin typeface="Consolas"/>
              </a:rPr>
              <a:t> setup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() { pinMode(BTN_PIN, </a:t>
            </a:r>
            <a:r>
              <a:rPr lang="pt-BR" sz="900" dirty="0">
                <a:solidFill>
                  <a:srgbClr val="00D9FF"/>
                </a:solidFill>
                <a:latin typeface="Consolas"/>
              </a:rPr>
              <a:t>INPUT_PULLUP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); Serial.begin(</a:t>
            </a:r>
            <a:r>
              <a:rPr lang="pt-BR" sz="900" dirty="0">
                <a:solidFill>
                  <a:srgbClr val="00E676"/>
                </a:solidFill>
                <a:latin typeface="Consolas"/>
              </a:rPr>
              <a:t>115200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); }</a:t>
            </a:r>
          </a:p>
          <a:p>
            <a:pPr algn="l">
              <a:buNone/>
            </a:pPr>
            <a:r>
              <a:rPr lang="pt-BR" sz="900" dirty="0">
                <a:solidFill>
                  <a:srgbClr val="00D9FF"/>
                </a:solidFill>
                <a:latin typeface="Consolas"/>
              </a:rPr>
              <a:t>void</a:t>
            </a:r>
            <a:r>
              <a:rPr lang="pt-BR" sz="900" dirty="0">
                <a:solidFill>
                  <a:srgbClr val="FFD54F"/>
                </a:solidFill>
                <a:latin typeface="Consolas"/>
              </a:rPr>
              <a:t> loop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() {</a:t>
            </a:r>
          </a:p>
          <a:p>
            <a:pPr algn="l">
              <a:buNone/>
            </a:pPr>
            <a:r>
              <a:rPr lang="pt-BR" sz="900" dirty="0">
                <a:solidFill>
                  <a:srgbClr val="D0D0D0"/>
                </a:solidFill>
                <a:latin typeface="Consolas"/>
              </a:rPr>
              <a:t>  </a:t>
            </a:r>
            <a:r>
              <a:rPr lang="pt-BR" sz="900" dirty="0">
                <a:solidFill>
                  <a:srgbClr val="00D9FF"/>
                </a:solidFill>
                <a:latin typeface="Consolas"/>
              </a:rPr>
              <a:t>bool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 reading = digitalRead(BTN_PIN);</a:t>
            </a:r>
          </a:p>
          <a:p>
            <a:pPr algn="l">
              <a:buNone/>
            </a:pPr>
            <a:r>
              <a:rPr lang="pt-BR" sz="900" dirty="0">
                <a:solidFill>
                  <a:srgbClr val="D0D0D0"/>
                </a:solidFill>
                <a:latin typeface="Consolas"/>
              </a:rPr>
              <a:t>  </a:t>
            </a:r>
            <a:r>
              <a:rPr lang="pt-BR" sz="900" dirty="0">
                <a:solidFill>
                  <a:srgbClr val="7C4DFF"/>
                </a:solidFill>
                <a:latin typeface="Consolas"/>
              </a:rPr>
              <a:t>if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(reading != lastState) lastDebounce = millis();</a:t>
            </a:r>
          </a:p>
          <a:p>
            <a:pPr algn="l">
              <a:buNone/>
            </a:pPr>
            <a:r>
              <a:rPr lang="pt-BR" sz="900" dirty="0">
                <a:solidFill>
                  <a:srgbClr val="D0D0D0"/>
                </a:solidFill>
                <a:latin typeface="Consolas"/>
              </a:rPr>
              <a:t>  </a:t>
            </a:r>
            <a:r>
              <a:rPr lang="pt-BR" sz="900" dirty="0">
                <a:solidFill>
                  <a:srgbClr val="7C4DFF"/>
                </a:solidFill>
                <a:latin typeface="Consolas"/>
              </a:rPr>
              <a:t>if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(millis()-lastDebounce &gt; DEBOUNCE_MS) {</a:t>
            </a:r>
          </a:p>
          <a:p>
            <a:pPr algn="l">
              <a:buNone/>
            </a:pPr>
            <a:r>
              <a:rPr lang="pt-BR" sz="900" dirty="0">
                <a:solidFill>
                  <a:srgbClr val="D0D0D0"/>
                </a:solidFill>
                <a:latin typeface="Consolas"/>
              </a:rPr>
              <a:t>    </a:t>
            </a:r>
            <a:r>
              <a:rPr lang="pt-BR" sz="900" dirty="0">
                <a:solidFill>
                  <a:srgbClr val="7C4DFF"/>
                </a:solidFill>
                <a:latin typeface="Consolas"/>
              </a:rPr>
              <a:t>if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(reading!=btnState) { btnState=reading; Serial.println(</a:t>
            </a:r>
            <a:r>
              <a:rPr lang="pt-BR" sz="900" dirty="0">
                <a:solidFill>
                  <a:srgbClr val="00E676"/>
                </a:solidFill>
                <a:latin typeface="Consolas"/>
              </a:rPr>
              <a:t>"Pressionado!"</a:t>
            </a:r>
            <a:r>
              <a:rPr lang="pt-BR" sz="900" dirty="0">
                <a:solidFill>
                  <a:srgbClr val="D0D0D0"/>
                </a:solidFill>
                <a:latin typeface="Consolas"/>
              </a:rPr>
              <a:t>); }</a:t>
            </a:r>
          </a:p>
          <a:p>
            <a:pPr algn="l">
              <a:buNone/>
            </a:pPr>
            <a:r>
              <a:rPr lang="pt-BR" sz="900" dirty="0">
                <a:solidFill>
                  <a:srgbClr val="D0D0D0"/>
                </a:solidFill>
                <a:latin typeface="Consolas"/>
              </a:rPr>
              <a:t>  } lastState = reading;</a:t>
            </a:r>
          </a:p>
          <a:p>
            <a:pPr algn="l">
              <a:buNone/>
            </a:pPr>
            <a:r>
              <a:rPr lang="pt-BR" sz="900" dirty="0">
                <a:solidFill>
                  <a:srgbClr val="D0D0D0"/>
                </a:solidFill>
                <a:latin typeface="Consolas"/>
              </a:rPr>
              <a:t>}</a:t>
            </a:r>
          </a:p>
        </p:txBody>
      </p:sp>
      <p:sp>
        <p:nvSpPr>
          <p:cNvPr id="15" name="FootDot">
            <a:extLst>
              <a:ext uri="{FF2B5EF4-FFF2-40B4-BE49-F238E27FC236}">
                <a16:creationId xmlns:a16="http://schemas.microsoft.com/office/drawing/2014/main" id="{7E89EA99-5CEF-4A5A-AE1E-56A2A1C1B735}"/>
              </a:ext>
            </a:extLst>
          </p:cNvPr>
          <p:cNvSpPr/>
          <p:nvPr/>
        </p:nvSpPr>
        <p:spPr>
          <a:xfrm>
            <a:off x="457200" y="5461000"/>
            <a:ext cx="101600" cy="101600"/>
          </a:xfrm>
          <a:prstGeom prst="ellipse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FootText">
            <a:extLst>
              <a:ext uri="{FF2B5EF4-FFF2-40B4-BE49-F238E27FC236}">
                <a16:creationId xmlns:a16="http://schemas.microsoft.com/office/drawing/2014/main" id="{2DB4A425-EFEC-4C2F-889B-37060B757142}"/>
              </a:ext>
            </a:extLst>
          </p:cNvPr>
          <p:cNvSpPr txBox="1"/>
          <p:nvPr/>
        </p:nvSpPr>
        <p:spPr>
          <a:xfrm>
            <a:off x="685800" y="53848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dirty="0">
                <a:solidFill>
                  <a:srgbClr val="B0BEC5"/>
                </a:solidFill>
              </a:rPr>
              <a:t>Delay de 50ms é suficiente para a maioria dos botões • Ajuste conforme necessário</a:t>
            </a:r>
          </a:p>
        </p:txBody>
      </p:sp>
    </p:spTree>
    <p:extLst>
      <p:ext uri="{BB962C8B-B14F-4D97-AF65-F5344CB8AC3E}">
        <p14:creationId xmlns:p14="http://schemas.microsoft.com/office/powerpoint/2010/main" val="598183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30124A8-A2C3-0419-FA34-76552E8B7B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sz="2000"/>
              <a:t>Guia Completo de Depuração
VS </a:t>
            </a:r>
            <a:r>
              <a:rPr lang="pt-BR" sz="2000" err="1"/>
              <a:t>Code</a:t>
            </a:r>
            <a:r>
              <a:rPr lang="pt-BR" sz="2000"/>
              <a:t> • Python • </a:t>
            </a:r>
            <a:r>
              <a:rPr lang="pt-BR" sz="2000" err="1"/>
              <a:t>Jupyter</a:t>
            </a:r>
            <a:r>
              <a:rPr lang="pt-BR" sz="2000"/>
              <a:t> • ESP32</a:t>
            </a:r>
          </a:p>
        </p:txBody>
      </p:sp>
    </p:spTree>
    <p:extLst>
      <p:ext uri="{BB962C8B-B14F-4D97-AF65-F5344CB8AC3E}">
        <p14:creationId xmlns:p14="http://schemas.microsoft.com/office/powerpoint/2010/main" val="2835993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6A3765-F736-21EE-4794-93BD0F70C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1800"/>
              <a:t>Debug é o processo de identificar, localizar e corrigir erros em software
Origem: Grace Hopper (1947) — um inseto real encontrado em um computador
Objetivo: tornar o código confiável, eficiente e livre de falhas
Competência essencial para qualquer desenvolvedor</a:t>
            </a:r>
          </a:p>
        </p:txBody>
      </p:sp>
    </p:spTree>
    <p:extLst>
      <p:ext uri="{BB962C8B-B14F-4D97-AF65-F5344CB8AC3E}">
        <p14:creationId xmlns:p14="http://schemas.microsoft.com/office/powerpoint/2010/main" val="3117689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3BA38B4-8E8A-4E1E-9DA4-6CC1CB2B7594}"/>
              </a:ext>
            </a:extLst>
          </p:cNvPr>
          <p:cNvSpPr/>
          <p:nvPr/>
        </p:nvSpPr>
        <p:spPr>
          <a:xfrm>
            <a:off x="666750" y="2032000"/>
            <a:ext cx="2476500" cy="2540000"/>
          </a:xfrm>
          <a:prstGeom prst="roundRect">
            <a:avLst/>
          </a:prstGeom>
          <a:solidFill>
            <a:srgbClr val="16213E"/>
          </a:solidFill>
          <a:ln w="2540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98AD8223-F40A-40D6-86D7-2EF91CED6FE0}"/>
              </a:ext>
            </a:extLst>
          </p:cNvPr>
          <p:cNvSpPr/>
          <p:nvPr/>
        </p:nvSpPr>
        <p:spPr>
          <a:xfrm>
            <a:off x="1600200" y="2222500"/>
            <a:ext cx="609600" cy="6096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A1A2E"/>
                </a:solidFill>
              </a:rPr>
              <a:t>{ 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B0B24FB-6DAC-459E-8943-15EED3B40DE1}"/>
              </a:ext>
            </a:extLst>
          </p:cNvPr>
          <p:cNvSpPr txBox="1"/>
          <p:nvPr/>
        </p:nvSpPr>
        <p:spPr>
          <a:xfrm>
            <a:off x="793750" y="29845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6B6B"/>
                </a:solidFill>
              </a:rPr>
              <a:t>Erro de Sintaxe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D76306E-ABA7-48C5-8AEB-D47FB20FEC48}"/>
              </a:ext>
            </a:extLst>
          </p:cNvPr>
          <p:cNvSpPr txBox="1"/>
          <p:nvPr/>
        </p:nvSpPr>
        <p:spPr>
          <a:xfrm>
            <a:off x="793750" y="3492500"/>
            <a:ext cx="22225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B0BEC5"/>
                </a:solidFill>
              </a:rPr>
              <a:t>Código mal escrito que
impede a compilação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2F80B5C-D508-4AF6-8056-49600FCE9468}"/>
              </a:ext>
            </a:extLst>
          </p:cNvPr>
          <p:cNvSpPr/>
          <p:nvPr/>
        </p:nvSpPr>
        <p:spPr>
          <a:xfrm>
            <a:off x="3460750" y="2032000"/>
            <a:ext cx="2476500" cy="2540000"/>
          </a:xfrm>
          <a:prstGeom prst="roundRect">
            <a:avLst/>
          </a:prstGeom>
          <a:solidFill>
            <a:srgbClr val="16213E"/>
          </a:solidFill>
          <a:ln w="25400" cap="flat" cmpd="sng" algn="ctr">
            <a:solidFill>
              <a:srgbClr val="7C4D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C2A98EF5-13D1-4CBC-B2C3-E59B07464790}"/>
              </a:ext>
            </a:extLst>
          </p:cNvPr>
          <p:cNvSpPr/>
          <p:nvPr/>
        </p:nvSpPr>
        <p:spPr>
          <a:xfrm>
            <a:off x="4463026" y="2213077"/>
            <a:ext cx="609600" cy="609600"/>
          </a:xfrm>
          <a:prstGeom prst="ellipse">
            <a:avLst/>
          </a:prstGeom>
          <a:solidFill>
            <a:srgbClr val="7C4D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A1A2E"/>
                </a:solidFill>
              </a:rPr>
              <a:t>?!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941D133-2064-4519-95EE-B1846403C517}"/>
              </a:ext>
            </a:extLst>
          </p:cNvPr>
          <p:cNvSpPr txBox="1"/>
          <p:nvPr/>
        </p:nvSpPr>
        <p:spPr>
          <a:xfrm>
            <a:off x="3587750" y="29845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7C4DFF"/>
                </a:solidFill>
              </a:rPr>
              <a:t>Erro de Lógica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1A7AFAE-1DC7-4C37-9EF0-5472A783376D}"/>
              </a:ext>
            </a:extLst>
          </p:cNvPr>
          <p:cNvSpPr txBox="1"/>
          <p:nvPr/>
        </p:nvSpPr>
        <p:spPr>
          <a:xfrm>
            <a:off x="3587750" y="3492500"/>
            <a:ext cx="22225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B0BEC5"/>
                </a:solidFill>
              </a:rPr>
              <a:t>Código roda, mas produz
resultados incorretos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6E5C93AE-FF4D-454F-A194-2659A728878C}"/>
              </a:ext>
            </a:extLst>
          </p:cNvPr>
          <p:cNvSpPr/>
          <p:nvPr/>
        </p:nvSpPr>
        <p:spPr>
          <a:xfrm>
            <a:off x="6254750" y="2032000"/>
            <a:ext cx="2476500" cy="2540000"/>
          </a:xfrm>
          <a:prstGeom prst="roundRect">
            <a:avLst/>
          </a:prstGeom>
          <a:solidFill>
            <a:srgbClr val="16213E"/>
          </a:solidFill>
          <a:ln w="25400" cap="flat" cmpd="sng" algn="ctr">
            <a:solidFill>
              <a:srgbClr val="FFD5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44A3567-1D95-47B0-BC94-A7FF3905A997}"/>
              </a:ext>
            </a:extLst>
          </p:cNvPr>
          <p:cNvSpPr/>
          <p:nvPr/>
        </p:nvSpPr>
        <p:spPr>
          <a:xfrm>
            <a:off x="7188200" y="2222500"/>
            <a:ext cx="609600" cy="609600"/>
          </a:xfrm>
          <a:prstGeom prst="ellipse">
            <a:avLst/>
          </a:prstGeom>
          <a:solidFill>
            <a:srgbClr val="FFD5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A1A2E"/>
                </a:solidFill>
              </a:rPr>
              <a:t>⚡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EEC067-CC01-45F1-8727-16B01AFE0BCA}"/>
              </a:ext>
            </a:extLst>
          </p:cNvPr>
          <p:cNvSpPr txBox="1"/>
          <p:nvPr/>
        </p:nvSpPr>
        <p:spPr>
          <a:xfrm>
            <a:off x="6381750" y="29845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FD54F"/>
                </a:solidFill>
              </a:rPr>
              <a:t>Erro de Runtime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2AA5276-A025-4FB9-B192-EB178B80AD19}"/>
              </a:ext>
            </a:extLst>
          </p:cNvPr>
          <p:cNvSpPr txBox="1"/>
          <p:nvPr/>
        </p:nvSpPr>
        <p:spPr>
          <a:xfrm>
            <a:off x="6381750" y="3492500"/>
            <a:ext cx="22225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B0BEC5"/>
                </a:solidFill>
              </a:rPr>
              <a:t>Falha durante execução:
exceções e crashes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7EA13BA-CCC6-4D21-8B53-9F2B9CA796DC}"/>
              </a:ext>
            </a:extLst>
          </p:cNvPr>
          <p:cNvSpPr/>
          <p:nvPr/>
        </p:nvSpPr>
        <p:spPr>
          <a:xfrm>
            <a:off x="9048750" y="2032000"/>
            <a:ext cx="2476500" cy="2540000"/>
          </a:xfrm>
          <a:prstGeom prst="roundRect">
            <a:avLst/>
          </a:prstGeom>
          <a:solidFill>
            <a:srgbClr val="16213E"/>
          </a:solidFill>
          <a:ln w="25400" cap="flat" cmpd="sng" algn="ctr">
            <a:solidFill>
              <a:srgbClr val="00E67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97D5993A-1816-4166-98F3-B9D1D4181BF1}"/>
              </a:ext>
            </a:extLst>
          </p:cNvPr>
          <p:cNvSpPr/>
          <p:nvPr/>
        </p:nvSpPr>
        <p:spPr>
          <a:xfrm>
            <a:off x="9982200" y="2222500"/>
            <a:ext cx="609600" cy="609600"/>
          </a:xfrm>
          <a:prstGeom prst="ellipse">
            <a:avLst/>
          </a:prstGeom>
          <a:solidFill>
            <a:srgbClr val="00E67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pt-BR" b="1">
                <a:solidFill>
                  <a:srgbClr val="1A1A2E"/>
                </a:solidFill>
              </a:rPr>
              <a:t>∞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DE2FB88-45D5-44B7-8A25-BE1F204DD246}"/>
              </a:ext>
            </a:extLst>
          </p:cNvPr>
          <p:cNvSpPr txBox="1"/>
          <p:nvPr/>
        </p:nvSpPr>
        <p:spPr>
          <a:xfrm>
            <a:off x="9175750" y="2984500"/>
            <a:ext cx="2222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00E676"/>
                </a:solidFill>
              </a:rPr>
              <a:t>Erro de Recurso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8381C5F-4526-487D-B761-ED9EB46854D9}"/>
              </a:ext>
            </a:extLst>
          </p:cNvPr>
          <p:cNvSpPr txBox="1"/>
          <p:nvPr/>
        </p:nvSpPr>
        <p:spPr>
          <a:xfrm>
            <a:off x="9175750" y="3492500"/>
            <a:ext cx="22225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B0BEC5"/>
                </a:solidFill>
              </a:rPr>
              <a:t>Memory leaks, deadlocks
e race conditions</a:t>
            </a:r>
            <a:endParaRPr lang="pt-BR" sz="1400">
              <a:solidFill>
                <a:srgbClr val="B0BEC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542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tep0"/>
          <p:cNvSpPr/>
          <p:nvPr/>
        </p:nvSpPr>
        <p:spPr>
          <a:xfrm>
            <a:off x="635000" y="2032000"/>
            <a:ext cx="1397000" cy="698500"/>
          </a:xfrm>
          <a:prstGeom prst="flowChartTerminator">
            <a:avLst/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Identificar
o Bug</a:t>
            </a:r>
          </a:p>
        </p:txBody>
      </p:sp>
      <p:sp>
        <p:nvSpPr>
          <p:cNvPr id="200" name="Arrow0"/>
          <p:cNvSpPr/>
          <p:nvPr/>
        </p:nvSpPr>
        <p:spPr>
          <a:xfrm>
            <a:off x="2032000" y="2343150"/>
            <a:ext cx="2286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tep1"/>
          <p:cNvSpPr/>
          <p:nvPr/>
        </p:nvSpPr>
        <p:spPr>
          <a:xfrm>
            <a:off x="2260600" y="2032000"/>
            <a:ext cx="1397000" cy="698500"/>
          </a:xfrm>
          <a:prstGeom prst="flowChartProcess">
            <a:avLst/>
          </a:prstGeom>
          <a:solidFill>
            <a:srgbClr val="FFD54F">
              <a:alpha val="20000"/>
            </a:srgbClr>
          </a:solidFill>
          <a:ln w="19050">
            <a:solidFill>
              <a:srgbClr val="FFD54F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Reproduzir
o Erro</a:t>
            </a:r>
          </a:p>
        </p:txBody>
      </p:sp>
      <p:sp>
        <p:nvSpPr>
          <p:cNvPr id="201" name="Arrow1"/>
          <p:cNvSpPr/>
          <p:nvPr/>
        </p:nvSpPr>
        <p:spPr>
          <a:xfrm>
            <a:off x="3657600" y="2343150"/>
            <a:ext cx="2286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" name="Step2"/>
          <p:cNvSpPr/>
          <p:nvPr/>
        </p:nvSpPr>
        <p:spPr>
          <a:xfrm>
            <a:off x="3886200" y="2032000"/>
            <a:ext cx="1397000" cy="698500"/>
          </a:xfrm>
          <a:prstGeom prst="flowChartProcess">
            <a:avLst/>
          </a:prstGeom>
          <a:solidFill>
            <a:srgbClr val="00D9FF">
              <a:alpha val="20000"/>
            </a:srgbClr>
          </a:solidFill>
          <a:ln w="19050">
            <a:solidFill>
              <a:srgbClr val="00D9FF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Localizar
a Causa</a:t>
            </a:r>
          </a:p>
        </p:txBody>
      </p:sp>
      <p:sp>
        <p:nvSpPr>
          <p:cNvPr id="202" name="Arrow2"/>
          <p:cNvSpPr/>
          <p:nvPr/>
        </p:nvSpPr>
        <p:spPr>
          <a:xfrm>
            <a:off x="5283200" y="2343150"/>
            <a:ext cx="2286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3" name="Step3"/>
          <p:cNvSpPr/>
          <p:nvPr/>
        </p:nvSpPr>
        <p:spPr>
          <a:xfrm>
            <a:off x="5511800" y="1968500"/>
            <a:ext cx="1397000" cy="825500"/>
          </a:xfrm>
          <a:prstGeom prst="flowChartDecision">
            <a:avLst/>
          </a:prstGeom>
          <a:solidFill>
            <a:srgbClr val="7C4DFF">
              <a:alpha val="20000"/>
            </a:srgbClr>
          </a:solidFill>
          <a:ln w="19050">
            <a:solidFill>
              <a:srgbClr val="7C4DFF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Bug
Encontrado?</a:t>
            </a:r>
          </a:p>
        </p:txBody>
      </p:sp>
      <p:sp>
        <p:nvSpPr>
          <p:cNvPr id="203" name="Arrow3"/>
          <p:cNvSpPr/>
          <p:nvPr/>
        </p:nvSpPr>
        <p:spPr>
          <a:xfrm>
            <a:off x="6908800" y="2343150"/>
            <a:ext cx="2286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4" name="Step4"/>
          <p:cNvSpPr/>
          <p:nvPr/>
        </p:nvSpPr>
        <p:spPr>
          <a:xfrm>
            <a:off x="7137400" y="2032000"/>
            <a:ext cx="1397000" cy="698500"/>
          </a:xfrm>
          <a:prstGeom prst="flowChartProcess">
            <a:avLst/>
          </a:prstGeom>
          <a:solidFill>
            <a:srgbClr val="00E676">
              <a:alpha val="20000"/>
            </a:srgbClr>
          </a:solidFill>
          <a:ln w="19050">
            <a:solidFill>
              <a:srgbClr val="00E67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Corrigir
o Código</a:t>
            </a:r>
          </a:p>
        </p:txBody>
      </p:sp>
      <p:sp>
        <p:nvSpPr>
          <p:cNvPr id="204" name="Arrow4"/>
          <p:cNvSpPr/>
          <p:nvPr/>
        </p:nvSpPr>
        <p:spPr>
          <a:xfrm>
            <a:off x="8534400" y="2343150"/>
            <a:ext cx="2286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5" name="Step5"/>
          <p:cNvSpPr/>
          <p:nvPr/>
        </p:nvSpPr>
        <p:spPr>
          <a:xfrm>
            <a:off x="8763000" y="2032000"/>
            <a:ext cx="1397000" cy="698500"/>
          </a:xfrm>
          <a:prstGeom prst="flowChartProcess">
            <a:avLst/>
          </a:prstGeom>
          <a:solidFill>
            <a:srgbClr val="40C4FF">
              <a:alpha val="20000"/>
            </a:srgbClr>
          </a:solidFill>
          <a:ln w="19050">
            <a:solidFill>
              <a:srgbClr val="40C4FF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Testar
Solução</a:t>
            </a:r>
          </a:p>
        </p:txBody>
      </p:sp>
      <p:sp>
        <p:nvSpPr>
          <p:cNvPr id="205" name="Arrow5"/>
          <p:cNvSpPr/>
          <p:nvPr/>
        </p:nvSpPr>
        <p:spPr>
          <a:xfrm>
            <a:off x="10160000" y="2343150"/>
            <a:ext cx="2286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6" name="Step6"/>
          <p:cNvSpPr/>
          <p:nvPr/>
        </p:nvSpPr>
        <p:spPr>
          <a:xfrm>
            <a:off x="10388600" y="2032000"/>
            <a:ext cx="1397000" cy="698500"/>
          </a:xfrm>
          <a:prstGeom prst="flowChartTerminator">
            <a:avLst/>
          </a:prstGeom>
          <a:solidFill>
            <a:srgbClr val="00E676">
              <a:alpha val="20000"/>
            </a:srgbClr>
          </a:solidFill>
          <a:ln w="19050">
            <a:solidFill>
              <a:srgbClr val="00E67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Deploy</a:t>
            </a:r>
          </a:p>
        </p:txBody>
      </p:sp>
      <p:sp>
        <p:nvSpPr>
          <p:cNvPr id="300" name="LoopLabel"/>
          <p:cNvSpPr/>
          <p:nvPr/>
        </p:nvSpPr>
        <p:spPr>
          <a:xfrm>
            <a:off x="2260600" y="2984500"/>
            <a:ext cx="3810000" cy="444500"/>
          </a:xfrm>
          <a:prstGeom prst="roundRect">
            <a:avLst/>
          </a:prstGeom>
          <a:solidFill>
            <a:srgbClr val="7C4DFF">
              <a:alpha val="15000"/>
            </a:srgbClr>
          </a:solidFill>
          <a:ln w="12700">
            <a:solidFill>
              <a:srgbClr val="7C4DFF">
                <a:alpha val="5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>
                <a:solidFill>
                  <a:srgbClr val="B0BEC5"/>
                </a:solidFill>
              </a:rPr>
              <a:t>Não encontrado? ← Voltar e Reproduzir novamente</a:t>
            </a:r>
          </a:p>
        </p:txBody>
      </p:sp>
      <p:sp>
        <p:nvSpPr>
          <p:cNvPr id="301" name="SimLabel"/>
          <p:cNvSpPr/>
          <p:nvPr/>
        </p:nvSpPr>
        <p:spPr>
          <a:xfrm>
            <a:off x="6654800" y="1803400"/>
            <a:ext cx="508000" cy="254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/>
          <a:p>
            <a:pPr algn="ctr"/>
            <a:r>
              <a:rPr lang="pt-BR" sz="1000" b="1">
                <a:solidFill>
                  <a:srgbClr val="00E676"/>
                </a:solidFill>
              </a:rPr>
              <a:t>Sim</a:t>
            </a:r>
          </a:p>
        </p:txBody>
      </p:sp>
      <p:sp>
        <p:nvSpPr>
          <p:cNvPr id="302" name="Techniques"/>
          <p:cNvSpPr/>
          <p:nvPr/>
        </p:nvSpPr>
        <p:spPr>
          <a:xfrm>
            <a:off x="635000" y="4445000"/>
            <a:ext cx="10922000" cy="190500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00D9FF">
                <a:alpha val="40000"/>
              </a:srgbClr>
            </a:solidFill>
          </a:ln>
        </p:spPr>
        <p:txBody>
          <a:bodyPr lIns="72000" tIns="54000" rIns="72000" bIns="36000" anchor="t"/>
          <a:lstStyle/>
          <a:p>
            <a:pPr algn="l">
              <a:buNone/>
            </a:pPr>
            <a:r>
              <a:rPr lang="pt-BR" sz="1400" b="1">
                <a:solidFill>
                  <a:srgbClr val="00D9FF"/>
                </a:solidFill>
              </a:rPr>
              <a:t>Técnicas Essenciais em Cada Etapa: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D0D0D0"/>
                </a:solidFill>
              </a:rPr>
              <a:t>Breakpoints e Step-through   |   Print/Log Debugging   |   Watch Variables   |   Call Stack Analysis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D0D0D0"/>
                </a:solidFill>
              </a:rPr>
              <a:t>Rubber Duck Debugging   |   Binary Search (bisect)   |   Unit Tests   |   Profiling</a:t>
            </a:r>
          </a:p>
        </p:txBody>
      </p:sp>
    </p:spTree>
    <p:extLst>
      <p:ext uri="{BB962C8B-B14F-4D97-AF65-F5344CB8AC3E}">
        <p14:creationId xmlns:p14="http://schemas.microsoft.com/office/powerpoint/2010/main" val="105854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"/>
          <p:cNvSpPr/>
          <p:nvPr/>
        </p:nvSpPr>
        <p:spPr>
          <a:xfrm>
            <a:off x="457200" y="1600200"/>
            <a:ext cx="76200" cy="1828800"/>
          </a:xfrm>
          <a:prstGeom prst="rect">
            <a:avLst/>
          </a:prstGeom>
          <a:solidFill>
            <a:srgbClr val="7C4D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SectionNum"/>
          <p:cNvSpPr/>
          <p:nvPr/>
        </p:nvSpPr>
        <p:spPr>
          <a:xfrm>
            <a:off x="685800" y="1524000"/>
            <a:ext cx="1828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5400" b="1">
                <a:solidFill>
                  <a:srgbClr val="7C4DFF">
                    <a:alpha val="30000"/>
                  </a:srgbClr>
                </a:solidFill>
              </a:rPr>
              <a:t>01</a:t>
            </a:r>
          </a:p>
        </p:txBody>
      </p:sp>
      <p:sp>
        <p:nvSpPr>
          <p:cNvPr id="12" name="SectionTitle"/>
          <p:cNvSpPr/>
          <p:nvPr/>
        </p:nvSpPr>
        <p:spPr>
          <a:xfrm>
            <a:off x="685800" y="2133600"/>
            <a:ext cx="731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3200" b="1">
                <a:solidFill>
                  <a:srgbClr val="F0F0F0"/>
                </a:solidFill>
              </a:rPr>
              <a:t>Debug no Visual Studio Code</a:t>
            </a:r>
          </a:p>
        </p:txBody>
      </p:sp>
      <p:sp>
        <p:nvSpPr>
          <p:cNvPr id="13" name="SectionDesc"/>
          <p:cNvSpPr/>
          <p:nvPr/>
        </p:nvSpPr>
        <p:spPr>
          <a:xfrm>
            <a:off x="685800" y="2819400"/>
            <a:ext cx="731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1800">
                <a:solidFill>
                  <a:srgbClr val="B0BEC5"/>
                </a:solidFill>
              </a:rPr>
              <a:t>Configuração, breakpoints, watch variables e extensões</a:t>
            </a:r>
          </a:p>
        </p:txBody>
      </p:sp>
      <p:sp>
        <p:nvSpPr>
          <p:cNvPr id="14" name="DecoCircle1"/>
          <p:cNvSpPr/>
          <p:nvPr/>
        </p:nvSpPr>
        <p:spPr>
          <a:xfrm>
            <a:off x="8686800" y="762000"/>
            <a:ext cx="2286000" cy="2286000"/>
          </a:xfrm>
          <a:prstGeom prst="ellipse">
            <a:avLst/>
          </a:prstGeom>
          <a:solidFill>
            <a:srgbClr val="7C4DFF">
              <a:alpha val="8000"/>
            </a:srgbClr>
          </a:solidFill>
          <a:ln w="19050">
            <a:solidFill>
              <a:srgbClr val="7C4DFF">
                <a:alpha val="25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DecoCircle2"/>
          <p:cNvSpPr/>
          <p:nvPr/>
        </p:nvSpPr>
        <p:spPr>
          <a:xfrm>
            <a:off x="9601200" y="2743200"/>
            <a:ext cx="1524000" cy="1524000"/>
          </a:xfrm>
          <a:prstGeom prst="ellipse">
            <a:avLst/>
          </a:prstGeom>
          <a:solidFill>
            <a:srgbClr val="00D9FF">
              <a:alpha val="6000"/>
            </a:srgbClr>
          </a:solidFill>
          <a:ln w="19050">
            <a:solidFill>
              <a:srgbClr val="00D9FF">
                <a:alpha val="2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Pill0"/>
          <p:cNvSpPr/>
          <p:nvPr/>
        </p:nvSpPr>
        <p:spPr>
          <a:xfrm>
            <a:off x="6858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00D9FF">
              <a:alpha val="12000"/>
            </a:srgbClr>
          </a:solidFill>
          <a:ln w="12700">
            <a:solidFill>
              <a:srgbClr val="00D9F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00D9FF"/>
                </a:solidFill>
              </a:rPr>
              <a:t>launch.json</a:t>
            </a:r>
          </a:p>
        </p:txBody>
      </p:sp>
      <p:sp>
        <p:nvSpPr>
          <p:cNvPr id="21" name="Pill1"/>
          <p:cNvSpPr/>
          <p:nvPr/>
        </p:nvSpPr>
        <p:spPr>
          <a:xfrm>
            <a:off x="2286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7C4DFF">
              <a:alpha val="12000"/>
            </a:srgbClr>
          </a:solidFill>
          <a:ln w="12700">
            <a:solidFill>
              <a:srgbClr val="7C4DF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7C4DFF"/>
                </a:solidFill>
              </a:rPr>
              <a:t>Breakpoints</a:t>
            </a:r>
          </a:p>
        </p:txBody>
      </p:sp>
      <p:sp>
        <p:nvSpPr>
          <p:cNvPr id="22" name="Pill2"/>
          <p:cNvSpPr/>
          <p:nvPr/>
        </p:nvSpPr>
        <p:spPr>
          <a:xfrm>
            <a:off x="3810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00E676">
              <a:alpha val="12000"/>
            </a:srgbClr>
          </a:solidFill>
          <a:ln w="12700">
            <a:solidFill>
              <a:srgbClr val="00E676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00E676"/>
                </a:solidFill>
              </a:rPr>
              <a:t>Watch</a:t>
            </a:r>
          </a:p>
        </p:txBody>
      </p:sp>
      <p:sp>
        <p:nvSpPr>
          <p:cNvPr id="23" name="Pill3"/>
          <p:cNvSpPr/>
          <p:nvPr/>
        </p:nvSpPr>
        <p:spPr>
          <a:xfrm>
            <a:off x="51054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FFD54F">
              <a:alpha val="12000"/>
            </a:srgbClr>
          </a:solidFill>
          <a:ln w="12700">
            <a:solidFill>
              <a:srgbClr val="FFD54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FFD54F"/>
                </a:solidFill>
              </a:rPr>
              <a:t>Call Stack</a:t>
            </a:r>
          </a:p>
        </p:txBody>
      </p:sp>
      <p:sp>
        <p:nvSpPr>
          <p:cNvPr id="24" name="Pill4"/>
          <p:cNvSpPr/>
          <p:nvPr/>
        </p:nvSpPr>
        <p:spPr>
          <a:xfrm>
            <a:off x="65532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FF6B6B"/>
                </a:solidFill>
              </a:rPr>
              <a:t>Extensões</a:t>
            </a:r>
          </a:p>
        </p:txBody>
      </p:sp>
    </p:spTree>
    <p:extLst>
      <p:ext uri="{BB962C8B-B14F-4D97-AF65-F5344CB8AC3E}">
        <p14:creationId xmlns:p14="http://schemas.microsoft.com/office/powerpoint/2010/main" val="2201410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0F0F0"/>
                </a:solidFill>
              </a:rPr>
              <a:t>Configurando o Ambiente — </a:t>
            </a:r>
            <a:r>
              <a:rPr lang="pt-BR" sz="2400" b="1">
                <a:solidFill>
                  <a:srgbClr val="00D9FF"/>
                </a:solidFill>
              </a:rPr>
              <a:t>launch.json</a:t>
            </a:r>
          </a:p>
        </p:txBody>
      </p:sp>
      <p:sp>
        <p:nvSpPr>
          <p:cNvPr id="11" name="Subtitle"/>
          <p:cNvSpPr/>
          <p:nvPr/>
        </p:nvSpPr>
        <p:spPr>
          <a:xfrm>
            <a:off x="457200" y="685800"/>
            <a:ext cx="82296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1400">
                <a:solidFill>
                  <a:srgbClr val="B0BEC5"/>
                </a:solidFill>
              </a:rPr>
              <a:t>O arquivo central de configuração do debugger no VSCode</a:t>
            </a:r>
          </a:p>
        </p:txBody>
      </p:sp>
      <p:sp>
        <p:nvSpPr>
          <p:cNvPr id="20" name="CodeBg"/>
          <p:cNvSpPr/>
          <p:nvPr/>
        </p:nvSpPr>
        <p:spPr>
          <a:xfrm>
            <a:off x="457200" y="1066800"/>
            <a:ext cx="5486400" cy="4114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00D9FF">
                <a:alpha val="40000"/>
              </a:srgbClr>
            </a:solidFill>
          </a:ln>
        </p:spPr>
        <p:txBody>
          <a:bodyPr lIns="144000" tIns="108000" rIns="144000" bIns="72000" anchor="t"/>
          <a:lstStyle/>
          <a:p>
            <a:pPr algn="l">
              <a:buNone/>
            </a:pPr>
            <a:r>
              <a:rPr lang="pt-BR" sz="1000">
                <a:solidFill>
                  <a:srgbClr val="B0BEC5"/>
                </a:solidFill>
                <a:latin typeface="Consolas"/>
              </a:rPr>
              <a:t>// .vscode/launch.json</a:t>
            </a:r>
          </a:p>
          <a:p>
            <a:pPr algn="l">
              <a:buNone/>
            </a:pPr>
            <a:r>
              <a:rPr lang="pt-BR" sz="1000">
                <a:solidFill>
                  <a:srgbClr val="F0F0F0"/>
                </a:solidFill>
                <a:latin typeface="Consolas"/>
              </a:rPr>
              <a:t>{</a:t>
            </a:r>
          </a:p>
          <a:p>
            <a:pPr algn="l">
              <a:buNone/>
            </a:pPr>
            <a:r>
              <a:rPr lang="pt-BR" sz="1000">
                <a:solidFill>
                  <a:srgbClr val="00D9FF"/>
                </a:solidFill>
                <a:latin typeface="Consolas"/>
              </a:rPr>
              <a:t>  "version"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: </a:t>
            </a:r>
            <a:r>
              <a:rPr lang="pt-BR" sz="1000">
                <a:solidFill>
                  <a:srgbClr val="00E676"/>
                </a:solidFill>
                <a:latin typeface="Consolas"/>
              </a:rPr>
              <a:t>"0.2.0"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,</a:t>
            </a:r>
          </a:p>
          <a:p>
            <a:pPr algn="l">
              <a:buNone/>
            </a:pPr>
            <a:r>
              <a:rPr lang="pt-BR" sz="1000">
                <a:solidFill>
                  <a:srgbClr val="00D9FF"/>
                </a:solidFill>
                <a:latin typeface="Consolas"/>
              </a:rPr>
              <a:t>  "configurations"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: [{</a:t>
            </a:r>
          </a:p>
          <a:p>
            <a:pPr algn="l">
              <a:buNone/>
            </a:pPr>
            <a:r>
              <a:rPr lang="pt-BR" sz="1000">
                <a:solidFill>
                  <a:srgbClr val="00D9FF"/>
                </a:solidFill>
                <a:latin typeface="Consolas"/>
              </a:rPr>
              <a:t>    "name"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: </a:t>
            </a:r>
            <a:r>
              <a:rPr lang="pt-BR" sz="1000">
                <a:solidFill>
                  <a:srgbClr val="00E676"/>
                </a:solidFill>
                <a:latin typeface="Consolas"/>
              </a:rPr>
              <a:t>"Python: Current File"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,</a:t>
            </a:r>
          </a:p>
          <a:p>
            <a:pPr algn="l">
              <a:buNone/>
            </a:pPr>
            <a:r>
              <a:rPr lang="pt-BR" sz="1000">
                <a:solidFill>
                  <a:srgbClr val="00D9FF"/>
                </a:solidFill>
                <a:latin typeface="Consolas"/>
              </a:rPr>
              <a:t>    "type"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: </a:t>
            </a:r>
            <a:r>
              <a:rPr lang="pt-BR" sz="1000">
                <a:solidFill>
                  <a:srgbClr val="00E676"/>
                </a:solidFill>
                <a:latin typeface="Consolas"/>
              </a:rPr>
              <a:t>"debugpy"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,</a:t>
            </a:r>
          </a:p>
          <a:p>
            <a:pPr algn="l">
              <a:buNone/>
            </a:pPr>
            <a:r>
              <a:rPr lang="pt-BR" sz="1000">
                <a:solidFill>
                  <a:srgbClr val="00D9FF"/>
                </a:solidFill>
                <a:latin typeface="Consolas"/>
              </a:rPr>
              <a:t>    "request"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: </a:t>
            </a:r>
            <a:r>
              <a:rPr lang="pt-BR" sz="1000">
                <a:solidFill>
                  <a:srgbClr val="00E676"/>
                </a:solidFill>
                <a:latin typeface="Consolas"/>
              </a:rPr>
              <a:t>"launch"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,</a:t>
            </a:r>
          </a:p>
          <a:p>
            <a:pPr algn="l">
              <a:buNone/>
            </a:pPr>
            <a:r>
              <a:rPr lang="pt-BR" sz="1000">
                <a:solidFill>
                  <a:srgbClr val="00D9FF"/>
                </a:solidFill>
                <a:latin typeface="Consolas"/>
              </a:rPr>
              <a:t>    "program"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: </a:t>
            </a:r>
            <a:r>
              <a:rPr lang="pt-BR" sz="1000">
                <a:solidFill>
                  <a:srgbClr val="00E676"/>
                </a:solidFill>
                <a:latin typeface="Consolas"/>
              </a:rPr>
              <a:t>"${file}"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,</a:t>
            </a:r>
          </a:p>
          <a:p>
            <a:pPr algn="l">
              <a:buNone/>
            </a:pPr>
            <a:r>
              <a:rPr lang="pt-BR" sz="1000">
                <a:solidFill>
                  <a:srgbClr val="00D9FF"/>
                </a:solidFill>
                <a:latin typeface="Consolas"/>
              </a:rPr>
              <a:t>    "console"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: </a:t>
            </a:r>
            <a:r>
              <a:rPr lang="pt-BR" sz="1000">
                <a:solidFill>
                  <a:srgbClr val="00E676"/>
                </a:solidFill>
                <a:latin typeface="Consolas"/>
              </a:rPr>
              <a:t>"integratedTerminal"</a:t>
            </a:r>
          </a:p>
          <a:p>
            <a:pPr algn="l">
              <a:buNone/>
            </a:pPr>
            <a:r>
              <a:rPr lang="pt-BR" sz="1000">
                <a:solidFill>
                  <a:srgbClr val="F0F0F0"/>
                </a:solidFill>
                <a:latin typeface="Consolas"/>
              </a:rPr>
              <a:t>  }]</a:t>
            </a:r>
          </a:p>
          <a:p>
            <a:pPr algn="l">
              <a:buNone/>
            </a:pPr>
            <a:r>
              <a:rPr lang="pt-BR" sz="1000">
                <a:solidFill>
                  <a:srgbClr val="F0F0F0"/>
                </a:solidFill>
                <a:latin typeface="Consolas"/>
              </a:rPr>
              <a:t>}</a:t>
            </a:r>
          </a:p>
        </p:txBody>
      </p:sp>
      <p:sp>
        <p:nvSpPr>
          <p:cNvPr id="21" name="FilePath"/>
          <p:cNvSpPr/>
          <p:nvPr/>
        </p:nvSpPr>
        <p:spPr>
          <a:xfrm>
            <a:off x="457200" y="1066800"/>
            <a:ext cx="5486400" cy="304800"/>
          </a:xfrm>
          <a:prstGeom prst="roundRect">
            <a:avLst>
              <a:gd name="adj" fmla="val 16667"/>
            </a:avLst>
          </a:prstGeom>
          <a:solidFill>
            <a:srgbClr val="00D9FF">
              <a:alpha val="15000"/>
            </a:srgbClr>
          </a:solidFill>
          <a:ln w="0">
            <a:noFill/>
          </a:ln>
        </p:spPr>
        <p:txBody>
          <a:bodyPr lIns="144000" tIns="36000" rIns="72000" bIns="36000" anchor="ctr"/>
          <a:lstStyle/>
          <a:p>
            <a:pPr algn="l"/>
            <a:r>
              <a:rPr lang="pt-BR" sz="1000" b="1">
                <a:solidFill>
                  <a:srgbClr val="00D9FF"/>
                </a:solidFill>
                <a:latin typeface="Consolas"/>
              </a:rPr>
              <a:t>📁 .vscode/launch.json</a:t>
            </a:r>
          </a:p>
        </p:txBody>
      </p:sp>
      <p:sp>
        <p:nvSpPr>
          <p:cNvPr id="30" name="Card0"/>
          <p:cNvSpPr/>
          <p:nvPr/>
        </p:nvSpPr>
        <p:spPr>
          <a:xfrm>
            <a:off x="6172200" y="1066800"/>
            <a:ext cx="533400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D9FF">
                <a:alpha val="50000"/>
              </a:srgbClr>
            </a:solidFill>
          </a:ln>
        </p:spPr>
        <p:txBody>
          <a:bodyPr lIns="144000" tIns="72000" rIns="108000" bIns="72000" anchor="ctr"/>
          <a:lstStyle/>
          <a:p>
            <a:pPr algn="l">
              <a:buNone/>
            </a:pPr>
            <a:r>
              <a:rPr lang="pt-BR" sz="1400" b="1">
                <a:solidFill>
                  <a:srgbClr val="00D9FF"/>
                </a:solidFill>
                <a:latin typeface="Consolas"/>
              </a:rPr>
              <a:t>"name"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Nome exibido no menu
dropdown do debugger</a:t>
            </a:r>
          </a:p>
        </p:txBody>
      </p:sp>
      <p:sp>
        <p:nvSpPr>
          <p:cNvPr id="31" name="Card1"/>
          <p:cNvSpPr/>
          <p:nvPr/>
        </p:nvSpPr>
        <p:spPr>
          <a:xfrm>
            <a:off x="6172200" y="1828800"/>
            <a:ext cx="533400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7C4DFF">
                <a:alpha val="50000"/>
              </a:srgbClr>
            </a:solidFill>
          </a:ln>
        </p:spPr>
        <p:txBody>
          <a:bodyPr lIns="144000" tIns="72000" rIns="108000" bIns="72000" anchor="ctr"/>
          <a:lstStyle/>
          <a:p>
            <a:pPr algn="l">
              <a:buNone/>
            </a:pPr>
            <a:r>
              <a:rPr lang="pt-BR" sz="1400" b="1">
                <a:solidFill>
                  <a:srgbClr val="7C4DFF"/>
                </a:solidFill>
                <a:latin typeface="Consolas"/>
              </a:rPr>
              <a:t>"type"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Motor de debug utilizado
(debugpy, node, cppdbg...)</a:t>
            </a:r>
          </a:p>
        </p:txBody>
      </p:sp>
      <p:sp>
        <p:nvSpPr>
          <p:cNvPr id="32" name="Card2"/>
          <p:cNvSpPr/>
          <p:nvPr/>
        </p:nvSpPr>
        <p:spPr>
          <a:xfrm>
            <a:off x="6172200" y="2590800"/>
            <a:ext cx="533400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E676">
                <a:alpha val="50000"/>
              </a:srgbClr>
            </a:solidFill>
          </a:ln>
        </p:spPr>
        <p:txBody>
          <a:bodyPr lIns="144000" tIns="72000" rIns="108000" bIns="72000" anchor="ctr"/>
          <a:lstStyle/>
          <a:p>
            <a:pPr algn="l">
              <a:buNone/>
            </a:pPr>
            <a:r>
              <a:rPr lang="pt-BR" sz="1400" b="1">
                <a:solidFill>
                  <a:srgbClr val="00E676"/>
                </a:solidFill>
                <a:latin typeface="Consolas"/>
              </a:rPr>
              <a:t>"request"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launch = inicia o programa
attach = conecta a processo</a:t>
            </a:r>
          </a:p>
        </p:txBody>
      </p:sp>
      <p:sp>
        <p:nvSpPr>
          <p:cNvPr id="33" name="Card3"/>
          <p:cNvSpPr/>
          <p:nvPr/>
        </p:nvSpPr>
        <p:spPr>
          <a:xfrm>
            <a:off x="6172200" y="3352800"/>
            <a:ext cx="533400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D54F">
                <a:alpha val="50000"/>
              </a:srgbClr>
            </a:solidFill>
          </a:ln>
        </p:spPr>
        <p:txBody>
          <a:bodyPr lIns="144000" tIns="72000" rIns="108000" bIns="72000" anchor="ctr"/>
          <a:lstStyle/>
          <a:p>
            <a:pPr algn="l">
              <a:buNone/>
            </a:pPr>
            <a:r>
              <a:rPr lang="pt-BR" sz="1400" b="1">
                <a:solidFill>
                  <a:srgbClr val="FFD54F"/>
                </a:solidFill>
                <a:latin typeface="Consolas"/>
              </a:rPr>
              <a:t>"program"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Caminho do arquivo a ser
depurado (variáveis aceitas)</a:t>
            </a:r>
          </a:p>
        </p:txBody>
      </p:sp>
      <p:sp>
        <p:nvSpPr>
          <p:cNvPr id="34" name="Card4"/>
          <p:cNvSpPr/>
          <p:nvPr/>
        </p:nvSpPr>
        <p:spPr>
          <a:xfrm>
            <a:off x="6172200" y="4114800"/>
            <a:ext cx="5334000" cy="6858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6B6B">
                <a:alpha val="50000"/>
              </a:srgbClr>
            </a:solidFill>
          </a:ln>
        </p:spPr>
        <p:txBody>
          <a:bodyPr lIns="144000" tIns="72000" rIns="108000" bIns="72000" anchor="ctr"/>
          <a:lstStyle/>
          <a:p>
            <a:pPr algn="l">
              <a:buNone/>
            </a:pPr>
            <a:r>
              <a:rPr lang="pt-BR" sz="1400" b="1">
                <a:solidFill>
                  <a:srgbClr val="FF6B6B"/>
                </a:solidFill>
                <a:latin typeface="Consolas"/>
              </a:rPr>
              <a:t>"console"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Terminal para I/O do
programa em execução</a:t>
            </a:r>
          </a:p>
        </p:txBody>
      </p:sp>
    </p:spTree>
    <p:extLst>
      <p:ext uri="{BB962C8B-B14F-4D97-AF65-F5344CB8AC3E}">
        <p14:creationId xmlns:p14="http://schemas.microsoft.com/office/powerpoint/2010/main" val="1341128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0F0F0"/>
                </a:solidFill>
              </a:rPr>
              <a:t>Breakpoints </a:t>
            </a:r>
            <a:r>
              <a:rPr lang="pt-BR" sz="2400" b="1">
                <a:solidFill>
                  <a:srgbClr val="7C4DFF"/>
                </a:solidFill>
              </a:rPr>
              <a:t>&amp;</a:t>
            </a:r>
            <a:r>
              <a:rPr lang="pt-BR" sz="2400" b="1">
                <a:solidFill>
                  <a:srgbClr val="F0F0F0"/>
                </a:solidFill>
              </a:rPr>
              <a:t> Controles de Navegação</a:t>
            </a:r>
          </a:p>
        </p:txBody>
      </p:sp>
      <p:sp>
        <p:nvSpPr>
          <p:cNvPr id="20" name="Ctrl0"/>
          <p:cNvSpPr/>
          <p:nvPr/>
        </p:nvSpPr>
        <p:spPr>
          <a:xfrm>
            <a:off x="457200" y="914400"/>
            <a:ext cx="1828800" cy="1905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txBody>
          <a:bodyPr lIns="108000" tIns="72000" rIns="108000" bIns="72000" anchor="t"/>
          <a:lstStyle/>
          <a:p>
            <a:pPr algn="ctr">
              <a:buNone/>
            </a:pPr>
            <a:r>
              <a:rPr lang="pt-BR" sz="1600" b="1">
                <a:solidFill>
                  <a:srgbClr val="00E676"/>
                </a:solidFill>
              </a:rPr>
              <a:t>Continue</a:t>
            </a:r>
          </a:p>
          <a:p>
            <a:pPr algn="ctr">
              <a:buNone/>
            </a:pPr>
            <a:r>
              <a:rPr lang="pt-BR" sz="1100">
                <a:solidFill>
                  <a:srgbClr val="F0F0F0"/>
                </a:solidFill>
                <a:latin typeface="Consolas"/>
              </a:rPr>
              <a:t>F5</a:t>
            </a:r>
          </a:p>
          <a:p>
            <a:pPr algn="ctr">
              <a:buNone/>
            </a:pPr>
            <a:endParaRPr lang="pt-BR" sz="600"/>
          </a:p>
          <a:p>
            <a:pPr algn="ctr">
              <a:buNone/>
            </a:pPr>
            <a:r>
              <a:rPr lang="pt-BR" sz="1100">
                <a:solidFill>
                  <a:srgbClr val="B0BEC5"/>
                </a:solidFill>
              </a:rPr>
              <a:t>Retoma até o
próximo breakpoint</a:t>
            </a:r>
          </a:p>
        </p:txBody>
      </p:sp>
      <p:sp>
        <p:nvSpPr>
          <p:cNvPr id="21" name="Ctrl1"/>
          <p:cNvSpPr/>
          <p:nvPr/>
        </p:nvSpPr>
        <p:spPr>
          <a:xfrm>
            <a:off x="2438400" y="914400"/>
            <a:ext cx="1828800" cy="1905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9050">
            <a:solidFill>
              <a:srgbClr val="00D9FF"/>
            </a:solidFill>
          </a:ln>
        </p:spPr>
        <p:txBody>
          <a:bodyPr lIns="108000" tIns="72000" rIns="108000" bIns="72000" anchor="t"/>
          <a:lstStyle/>
          <a:p>
            <a:pPr algn="ctr">
              <a:buNone/>
            </a:pPr>
            <a:r>
              <a:rPr lang="pt-BR" sz="1600" b="1">
                <a:solidFill>
                  <a:srgbClr val="00D9FF"/>
                </a:solidFill>
              </a:rPr>
              <a:t>Step Over</a:t>
            </a:r>
          </a:p>
          <a:p>
            <a:pPr algn="ctr">
              <a:buNone/>
            </a:pPr>
            <a:r>
              <a:rPr lang="pt-BR" sz="1100">
                <a:solidFill>
                  <a:srgbClr val="F0F0F0"/>
                </a:solidFill>
                <a:latin typeface="Consolas"/>
              </a:rPr>
              <a:t>F10</a:t>
            </a:r>
          </a:p>
          <a:p>
            <a:pPr algn="ctr">
              <a:buNone/>
            </a:pPr>
            <a:endParaRPr lang="pt-BR" sz="600"/>
          </a:p>
          <a:p>
            <a:pPr algn="ctr">
              <a:buNone/>
            </a:pPr>
            <a:r>
              <a:rPr lang="pt-BR" sz="1100">
                <a:solidFill>
                  <a:srgbClr val="B0BEC5"/>
                </a:solidFill>
              </a:rPr>
              <a:t>Executa a linha
sem entrar na função</a:t>
            </a:r>
          </a:p>
        </p:txBody>
      </p:sp>
      <p:sp>
        <p:nvSpPr>
          <p:cNvPr id="22" name="Ctrl2"/>
          <p:cNvSpPr/>
          <p:nvPr/>
        </p:nvSpPr>
        <p:spPr>
          <a:xfrm>
            <a:off x="4419600" y="914400"/>
            <a:ext cx="1828800" cy="1905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txBody>
          <a:bodyPr lIns="108000" tIns="72000" rIns="108000" bIns="72000" anchor="t"/>
          <a:lstStyle/>
          <a:p>
            <a:pPr algn="ctr">
              <a:buNone/>
            </a:pPr>
            <a:r>
              <a:rPr lang="pt-BR" sz="1600" b="1">
                <a:solidFill>
                  <a:srgbClr val="7C4DFF"/>
                </a:solidFill>
              </a:rPr>
              <a:t>Step Into</a:t>
            </a:r>
          </a:p>
          <a:p>
            <a:pPr algn="ctr">
              <a:buNone/>
            </a:pPr>
            <a:r>
              <a:rPr lang="pt-BR" sz="1100">
                <a:solidFill>
                  <a:srgbClr val="F0F0F0"/>
                </a:solidFill>
                <a:latin typeface="Consolas"/>
              </a:rPr>
              <a:t>F11</a:t>
            </a:r>
          </a:p>
          <a:p>
            <a:pPr algn="ctr">
              <a:buNone/>
            </a:pPr>
            <a:endParaRPr lang="pt-BR" sz="600"/>
          </a:p>
          <a:p>
            <a:pPr algn="ctr">
              <a:buNone/>
            </a:pPr>
            <a:r>
              <a:rPr lang="pt-BR" sz="1100">
                <a:solidFill>
                  <a:srgbClr val="B0BEC5"/>
                </a:solidFill>
              </a:rPr>
              <a:t>Entra dentro da
função chamada</a:t>
            </a:r>
          </a:p>
        </p:txBody>
      </p:sp>
      <p:sp>
        <p:nvSpPr>
          <p:cNvPr id="23" name="Ctrl3"/>
          <p:cNvSpPr/>
          <p:nvPr/>
        </p:nvSpPr>
        <p:spPr>
          <a:xfrm>
            <a:off x="6400800" y="914400"/>
            <a:ext cx="1828800" cy="1905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9050">
            <a:solidFill>
              <a:srgbClr val="FFD54F"/>
            </a:solidFill>
          </a:ln>
        </p:spPr>
        <p:txBody>
          <a:bodyPr lIns="108000" tIns="72000" rIns="108000" bIns="72000" anchor="t"/>
          <a:lstStyle/>
          <a:p>
            <a:pPr algn="ctr">
              <a:buNone/>
            </a:pPr>
            <a:r>
              <a:rPr lang="pt-BR" sz="1600" b="1">
                <a:solidFill>
                  <a:srgbClr val="FFD54F"/>
                </a:solidFill>
              </a:rPr>
              <a:t>Step Out</a:t>
            </a:r>
          </a:p>
          <a:p>
            <a:pPr algn="ctr">
              <a:buNone/>
            </a:pPr>
            <a:r>
              <a:rPr lang="pt-BR" sz="1100">
                <a:solidFill>
                  <a:srgbClr val="F0F0F0"/>
                </a:solidFill>
                <a:latin typeface="Consolas"/>
              </a:rPr>
              <a:t>⇧F11</a:t>
            </a:r>
          </a:p>
          <a:p>
            <a:pPr algn="ctr">
              <a:buNone/>
            </a:pPr>
            <a:endParaRPr lang="pt-BR" sz="600"/>
          </a:p>
          <a:p>
            <a:pPr algn="ctr">
              <a:buNone/>
            </a:pPr>
            <a:r>
              <a:rPr lang="pt-BR" sz="1100">
                <a:solidFill>
                  <a:srgbClr val="B0BEC5"/>
                </a:solidFill>
              </a:rPr>
              <a:t>Sai da função
atual para o caller</a:t>
            </a:r>
          </a:p>
        </p:txBody>
      </p:sp>
      <p:sp>
        <p:nvSpPr>
          <p:cNvPr id="24" name="Ctrl4"/>
          <p:cNvSpPr/>
          <p:nvPr/>
        </p:nvSpPr>
        <p:spPr>
          <a:xfrm>
            <a:off x="8382000" y="914400"/>
            <a:ext cx="1828800" cy="1905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lIns="108000" tIns="72000" rIns="108000" bIns="72000" anchor="t"/>
          <a:lstStyle/>
          <a:p>
            <a:pPr algn="ctr">
              <a:buNone/>
            </a:pPr>
            <a:r>
              <a:rPr lang="pt-BR" sz="1600" b="1">
                <a:solidFill>
                  <a:srgbClr val="FF6B6B"/>
                </a:solidFill>
              </a:rPr>
              <a:t>Restart</a:t>
            </a:r>
          </a:p>
          <a:p>
            <a:pPr algn="ctr">
              <a:buNone/>
            </a:pPr>
            <a:r>
              <a:rPr lang="pt-BR" sz="1100">
                <a:solidFill>
                  <a:srgbClr val="F0F0F0"/>
                </a:solidFill>
                <a:latin typeface="Consolas"/>
              </a:rPr>
              <a:t>⇧⌘F5</a:t>
            </a:r>
          </a:p>
          <a:p>
            <a:pPr algn="ctr">
              <a:buNone/>
            </a:pPr>
            <a:endParaRPr lang="pt-BR" sz="600"/>
          </a:p>
          <a:p>
            <a:pPr algn="ctr">
              <a:buNone/>
            </a:pPr>
            <a:r>
              <a:rPr lang="pt-BR" sz="1100">
                <a:solidFill>
                  <a:srgbClr val="B0BEC5"/>
                </a:solidFill>
              </a:rPr>
              <a:t>Reinicia a sessão
de debug do zero</a:t>
            </a:r>
          </a:p>
        </p:txBody>
      </p:sp>
      <p:sp>
        <p:nvSpPr>
          <p:cNvPr id="25" name="Ctrl5"/>
          <p:cNvSpPr/>
          <p:nvPr/>
        </p:nvSpPr>
        <p:spPr>
          <a:xfrm>
            <a:off x="10363200" y="914400"/>
            <a:ext cx="1828800" cy="19050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9050">
            <a:solidFill>
              <a:srgbClr val="40C4FF"/>
            </a:solidFill>
          </a:ln>
        </p:spPr>
        <p:txBody>
          <a:bodyPr lIns="108000" tIns="72000" rIns="108000" bIns="72000" anchor="t"/>
          <a:lstStyle/>
          <a:p>
            <a:pPr algn="ctr">
              <a:buNone/>
            </a:pPr>
            <a:r>
              <a:rPr lang="pt-BR" sz="1600" b="1">
                <a:solidFill>
                  <a:srgbClr val="40C4FF"/>
                </a:solidFill>
              </a:rPr>
              <a:t>Stop</a:t>
            </a:r>
          </a:p>
          <a:p>
            <a:pPr algn="ctr">
              <a:buNone/>
            </a:pPr>
            <a:r>
              <a:rPr lang="pt-BR" sz="1100">
                <a:solidFill>
                  <a:srgbClr val="F0F0F0"/>
                </a:solidFill>
                <a:latin typeface="Consolas"/>
              </a:rPr>
              <a:t>⇧F5</a:t>
            </a:r>
          </a:p>
          <a:p>
            <a:pPr algn="ctr">
              <a:buNone/>
            </a:pPr>
            <a:endParaRPr lang="pt-BR" sz="600"/>
          </a:p>
          <a:p>
            <a:pPr algn="ctr">
              <a:buNone/>
            </a:pPr>
            <a:r>
              <a:rPr lang="pt-BR" sz="1100">
                <a:solidFill>
                  <a:srgbClr val="B0BEC5"/>
                </a:solidFill>
              </a:rPr>
              <a:t>Encerra a sessão
de depuração</a:t>
            </a:r>
          </a:p>
        </p:txBody>
      </p:sp>
      <p:sp>
        <p:nvSpPr>
          <p:cNvPr id="40" name="BPTitle"/>
          <p:cNvSpPr/>
          <p:nvPr/>
        </p:nvSpPr>
        <p:spPr>
          <a:xfrm>
            <a:off x="457200" y="304800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1800" b="1">
                <a:solidFill>
                  <a:srgbClr val="F0F0F0"/>
                </a:solidFill>
              </a:rPr>
              <a:t>Tipos de Breakpoints</a:t>
            </a:r>
          </a:p>
        </p:txBody>
      </p:sp>
      <p:sp>
        <p:nvSpPr>
          <p:cNvPr id="50" name="BP0"/>
          <p:cNvSpPr/>
          <p:nvPr/>
        </p:nvSpPr>
        <p:spPr>
          <a:xfrm>
            <a:off x="457200" y="3505200"/>
            <a:ext cx="2819400" cy="1371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FF6B6B">
                <a:alpha val="40000"/>
              </a:srgbClr>
            </a:solidFill>
          </a:ln>
        </p:spPr>
        <p:txBody>
          <a:bodyPr lIns="108000" tIns="72000" rIns="108000" bIns="72000" anchor="ctr"/>
          <a:lstStyle/>
          <a:p>
            <a:pPr algn="l">
              <a:buNone/>
            </a:pPr>
            <a:r>
              <a:rPr lang="pt-BR" sz="2000">
                <a:solidFill>
                  <a:srgbClr val="FF6B6B"/>
                </a:solidFill>
              </a:rPr>
              <a:t>● </a:t>
            </a:r>
            <a:r>
              <a:rPr lang="pt-BR" sz="1400" b="1">
                <a:solidFill>
                  <a:srgbClr val="FF6B6B"/>
                </a:solidFill>
              </a:rPr>
              <a:t>Standard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Ponto de parada fixo
em uma linha específica</a:t>
            </a:r>
          </a:p>
        </p:txBody>
      </p:sp>
      <p:sp>
        <p:nvSpPr>
          <p:cNvPr id="51" name="BP1"/>
          <p:cNvSpPr/>
          <p:nvPr/>
        </p:nvSpPr>
        <p:spPr>
          <a:xfrm>
            <a:off x="3429000" y="3505200"/>
            <a:ext cx="2819400" cy="1371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FFD54F">
                <a:alpha val="40000"/>
              </a:srgbClr>
            </a:solidFill>
          </a:ln>
        </p:spPr>
        <p:txBody>
          <a:bodyPr lIns="108000" tIns="72000" rIns="108000" bIns="72000" anchor="ctr"/>
          <a:lstStyle/>
          <a:p>
            <a:pPr algn="l">
              <a:buNone/>
            </a:pPr>
            <a:r>
              <a:rPr lang="pt-BR" sz="2000">
                <a:solidFill>
                  <a:srgbClr val="FFD54F"/>
                </a:solidFill>
              </a:rPr>
              <a:t>◆ </a:t>
            </a:r>
            <a:r>
              <a:rPr lang="pt-BR" sz="1400" b="1">
                <a:solidFill>
                  <a:srgbClr val="FFD54F"/>
                </a:solidFill>
              </a:rPr>
              <a:t>Conditional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Para apenas quando a
condição é verdadeira</a:t>
            </a:r>
          </a:p>
        </p:txBody>
      </p:sp>
      <p:sp>
        <p:nvSpPr>
          <p:cNvPr id="52" name="BP2"/>
          <p:cNvSpPr/>
          <p:nvPr/>
        </p:nvSpPr>
        <p:spPr>
          <a:xfrm>
            <a:off x="6400800" y="3505200"/>
            <a:ext cx="2819400" cy="1371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00D9FF">
                <a:alpha val="40000"/>
              </a:srgbClr>
            </a:solidFill>
          </a:ln>
        </p:spPr>
        <p:txBody>
          <a:bodyPr lIns="108000" tIns="72000" rIns="108000" bIns="72000" anchor="ctr"/>
          <a:lstStyle/>
          <a:p>
            <a:pPr algn="l">
              <a:buNone/>
            </a:pPr>
            <a:r>
              <a:rPr lang="pt-BR" sz="2000">
                <a:solidFill>
                  <a:srgbClr val="00D9FF"/>
                </a:solidFill>
              </a:rPr>
              <a:t>◇ </a:t>
            </a:r>
            <a:r>
              <a:rPr lang="pt-BR" sz="1400" b="1">
                <a:solidFill>
                  <a:srgbClr val="00D9FF"/>
                </a:solidFill>
              </a:rPr>
              <a:t>Logpoint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Loga uma mensagem sem
parar a execução</a:t>
            </a:r>
          </a:p>
        </p:txBody>
      </p:sp>
      <p:sp>
        <p:nvSpPr>
          <p:cNvPr id="53" name="BP3"/>
          <p:cNvSpPr/>
          <p:nvPr/>
        </p:nvSpPr>
        <p:spPr>
          <a:xfrm>
            <a:off x="9372600" y="3505200"/>
            <a:ext cx="2819400" cy="13716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7C4DFF">
                <a:alpha val="40000"/>
              </a:srgbClr>
            </a:solidFill>
          </a:ln>
        </p:spPr>
        <p:txBody>
          <a:bodyPr lIns="108000" tIns="72000" rIns="108000" bIns="72000" anchor="ctr"/>
          <a:lstStyle/>
          <a:p>
            <a:pPr algn="l">
              <a:buNone/>
            </a:pPr>
            <a:r>
              <a:rPr lang="pt-BR" sz="2000">
                <a:solidFill>
                  <a:srgbClr val="7C4DFF"/>
                </a:solidFill>
              </a:rPr>
              <a:t>⊕ </a:t>
            </a:r>
            <a:r>
              <a:rPr lang="pt-BR" sz="1400" b="1">
                <a:solidFill>
                  <a:srgbClr val="7C4DFF"/>
                </a:solidFill>
              </a:rPr>
              <a:t>Hit Count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Para após N execuções
da mesma linha</a:t>
            </a:r>
          </a:p>
        </p:txBody>
      </p:sp>
    </p:spTree>
    <p:extLst>
      <p:ext uri="{BB962C8B-B14F-4D97-AF65-F5344CB8AC3E}">
        <p14:creationId xmlns:p14="http://schemas.microsoft.com/office/powerpoint/2010/main" val="2151733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0F0F0"/>
                </a:solidFill>
              </a:rPr>
              <a:t>Watch Variables </a:t>
            </a:r>
            <a:r>
              <a:rPr lang="pt-BR" sz="2400" b="1">
                <a:solidFill>
                  <a:srgbClr val="00D9FF"/>
                </a:solidFill>
              </a:rPr>
              <a:t>&amp;</a:t>
            </a:r>
            <a:r>
              <a:rPr lang="pt-BR" sz="2400" b="1">
                <a:solidFill>
                  <a:srgbClr val="F0F0F0"/>
                </a:solidFill>
              </a:rPr>
              <a:t> Call Stack</a:t>
            </a:r>
          </a:p>
        </p:txBody>
      </p:sp>
      <p:sp>
        <p:nvSpPr>
          <p:cNvPr id="20" name="WatchPanel"/>
          <p:cNvSpPr/>
          <p:nvPr/>
        </p:nvSpPr>
        <p:spPr>
          <a:xfrm>
            <a:off x="457200" y="914400"/>
            <a:ext cx="5486400" cy="4267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9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800" b="1">
                <a:solidFill>
                  <a:srgbClr val="00D9FF"/>
                </a:solidFill>
              </a:rPr>
              <a:t>👁 Watch Variables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Monitore expressões em tempo real durante o debug</a:t>
            </a:r>
          </a:p>
          <a:p>
            <a:pPr algn="l">
              <a:buNone/>
            </a:pPr>
            <a:endParaRPr lang="pt-BR" sz="600"/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Adicione qualquer expressão válida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Valor atualizado a cada step/breakpoint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Suporta: variáveis, len(lista), obj.attr</a:t>
            </a:r>
          </a:p>
          <a:p>
            <a:pPr algn="l">
              <a:buNone/>
            </a:pPr>
            <a:endParaRPr lang="pt-BR" sz="600"/>
          </a:p>
          <a:p>
            <a:pPr algn="l">
              <a:buNone/>
            </a:pPr>
            <a:r>
              <a:rPr lang="pt-BR" sz="1200" b="1">
                <a:solidFill>
                  <a:srgbClr val="FFD54F"/>
                </a:solidFill>
              </a:rPr>
              <a:t>Exemplo de Watch:</a:t>
            </a:r>
          </a:p>
          <a:p>
            <a:pPr algn="l">
              <a:buNone/>
            </a:pPr>
            <a:r>
              <a:rPr lang="pt-BR" sz="1100">
                <a:solidFill>
                  <a:srgbClr val="00E676"/>
                </a:solidFill>
                <a:latin typeface="Consolas"/>
              </a:rPr>
              <a:t>  user.name      → "João"</a:t>
            </a:r>
          </a:p>
          <a:p>
            <a:pPr algn="l">
              <a:buNone/>
            </a:pPr>
            <a:r>
              <a:rPr lang="pt-BR" sz="1100">
                <a:solidFill>
                  <a:srgbClr val="00E676"/>
                </a:solidFill>
                <a:latin typeface="Consolas"/>
              </a:rPr>
              <a:t>  len(items)     → 42</a:t>
            </a:r>
          </a:p>
          <a:p>
            <a:pPr algn="l">
              <a:buNone/>
            </a:pPr>
            <a:r>
              <a:rPr lang="pt-BR" sz="1100">
                <a:solidFill>
                  <a:srgbClr val="00E676"/>
                </a:solidFill>
                <a:latin typeface="Consolas"/>
              </a:rPr>
              <a:t>  total &gt; 100    → True</a:t>
            </a:r>
          </a:p>
          <a:p>
            <a:pPr algn="l">
              <a:buNone/>
            </a:pPr>
            <a:r>
              <a:rPr lang="pt-BR" sz="1100">
                <a:solidFill>
                  <a:srgbClr val="00E676"/>
                </a:solidFill>
                <a:latin typeface="Consolas"/>
              </a:rPr>
              <a:t>  type(response) → &lt;class 'dict'&gt;</a:t>
            </a:r>
          </a:p>
        </p:txBody>
      </p:sp>
      <p:sp>
        <p:nvSpPr>
          <p:cNvPr id="30" name="CallStackPanel"/>
          <p:cNvSpPr/>
          <p:nvPr/>
        </p:nvSpPr>
        <p:spPr>
          <a:xfrm>
            <a:off x="6172200" y="914400"/>
            <a:ext cx="5486400" cy="4267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800" b="1">
                <a:solidFill>
                  <a:srgbClr val="7C4DFF"/>
                </a:solidFill>
              </a:rPr>
              <a:t>📚 Call Stack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Visualize a pilha de chamadas de funções ativas</a:t>
            </a:r>
          </a:p>
          <a:p>
            <a:pPr algn="l">
              <a:buNone/>
            </a:pPr>
            <a:endParaRPr lang="pt-BR" sz="600"/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Mostra a sequência de chamadas até o ponto atual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Clique em qualquer frame para navegar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Essencial para entender recursão e callbacks</a:t>
            </a:r>
          </a:p>
          <a:p>
            <a:pPr algn="l">
              <a:buNone/>
            </a:pPr>
            <a:endParaRPr lang="pt-BR" sz="600"/>
          </a:p>
          <a:p>
            <a:pPr algn="l">
              <a:buNone/>
            </a:pPr>
            <a:r>
              <a:rPr lang="pt-BR" sz="1200" b="1">
                <a:solidFill>
                  <a:srgbClr val="FFD54F"/>
                </a:solidFill>
              </a:rPr>
              <a:t>Exemplo de Stack:</a:t>
            </a:r>
          </a:p>
          <a:p>
            <a:pPr algn="l">
              <a:buNone/>
            </a:pPr>
            <a:r>
              <a:rPr lang="pt-BR" sz="1100">
                <a:solidFill>
                  <a:srgbClr val="FF6B6B"/>
                </a:solidFill>
                <a:latin typeface="Consolas"/>
              </a:rPr>
              <a:t>  → validate_input  </a:t>
            </a:r>
            <a:r>
              <a:rPr lang="pt-BR" sz="1000">
                <a:solidFill>
                  <a:srgbClr val="B0BEC5"/>
                </a:solidFill>
                <a:latin typeface="Consolas"/>
              </a:rPr>
              <a:t>:42</a:t>
            </a:r>
          </a:p>
          <a:p>
            <a:pPr algn="l">
              <a:buNone/>
            </a:pPr>
            <a:r>
              <a:rPr lang="pt-BR" sz="1100">
                <a:solidFill>
                  <a:srgbClr val="7C4DFF"/>
                </a:solidFill>
                <a:latin typeface="Consolas"/>
              </a:rPr>
              <a:t>    process_data   </a:t>
            </a:r>
            <a:r>
              <a:rPr lang="pt-BR" sz="1000">
                <a:solidFill>
                  <a:srgbClr val="B0BEC5"/>
                </a:solidFill>
                <a:latin typeface="Consolas"/>
              </a:rPr>
              <a:t>:28</a:t>
            </a:r>
          </a:p>
          <a:p>
            <a:pPr algn="l">
              <a:buNone/>
            </a:pPr>
            <a:r>
              <a:rPr lang="pt-BR" sz="1100">
                <a:solidFill>
                  <a:srgbClr val="7C4DFF"/>
                </a:solidFill>
                <a:latin typeface="Consolas"/>
              </a:rPr>
              <a:t>    handle_request </a:t>
            </a:r>
            <a:r>
              <a:rPr lang="pt-BR" sz="1000">
                <a:solidFill>
                  <a:srgbClr val="B0BEC5"/>
                </a:solidFill>
                <a:latin typeface="Consolas"/>
              </a:rPr>
              <a:t>:15</a:t>
            </a:r>
          </a:p>
          <a:p>
            <a:pPr algn="l">
              <a:buNone/>
            </a:pPr>
            <a:r>
              <a:rPr lang="pt-BR" sz="1100">
                <a:solidFill>
                  <a:srgbClr val="7C4DFF"/>
                </a:solidFill>
                <a:latin typeface="Consolas"/>
              </a:rPr>
              <a:t>    main           </a:t>
            </a:r>
            <a:r>
              <a:rPr lang="pt-BR" sz="1000">
                <a:solidFill>
                  <a:srgbClr val="B0BEC5"/>
                </a:solidFill>
                <a:latin typeface="Consolas"/>
              </a:rPr>
              <a:t>:5</a:t>
            </a:r>
          </a:p>
        </p:txBody>
      </p:sp>
    </p:spTree>
    <p:extLst>
      <p:ext uri="{BB962C8B-B14F-4D97-AF65-F5344CB8AC3E}">
        <p14:creationId xmlns:p14="http://schemas.microsoft.com/office/powerpoint/2010/main" val="1851299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0F0F0"/>
                </a:solidFill>
              </a:rPr>
              <a:t>Extensões Essenciais para </a:t>
            </a:r>
            <a:r>
              <a:rPr lang="pt-BR" sz="2400" b="1">
                <a:solidFill>
                  <a:srgbClr val="00E676"/>
                </a:solidFill>
              </a:rPr>
              <a:t>Debug</a:t>
            </a:r>
          </a:p>
        </p:txBody>
      </p:sp>
      <p:sp>
        <p:nvSpPr>
          <p:cNvPr id="20" name="Ext0"/>
          <p:cNvSpPr/>
          <p:nvPr/>
        </p:nvSpPr>
        <p:spPr>
          <a:xfrm>
            <a:off x="457200" y="914400"/>
            <a:ext cx="3810000" cy="2133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00D9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00D9FF"/>
                </a:solidFill>
              </a:rPr>
              <a:t>Python Debugger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Debugpy integrado ao VSCode.
Breakpoints, watch, call stack
para Python nativamente.</a:t>
            </a:r>
          </a:p>
        </p:txBody>
      </p:sp>
      <p:sp>
        <p:nvSpPr>
          <p:cNvPr id="30" name="Pill0"/>
          <p:cNvSpPr/>
          <p:nvPr/>
        </p:nvSpPr>
        <p:spPr>
          <a:xfrm>
            <a:off x="3048000" y="10224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00D9FF">
              <a:alpha val="20000"/>
            </a:srgbClr>
          </a:solidFill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000" b="1">
                <a:solidFill>
                  <a:srgbClr val="00D9FF"/>
                </a:solidFill>
              </a:rPr>
              <a:t>Essencial</a:t>
            </a:r>
          </a:p>
        </p:txBody>
      </p:sp>
      <p:sp>
        <p:nvSpPr>
          <p:cNvPr id="21" name="Ext1"/>
          <p:cNvSpPr/>
          <p:nvPr/>
        </p:nvSpPr>
        <p:spPr>
          <a:xfrm>
            <a:off x="4419600" y="914400"/>
            <a:ext cx="3810000" cy="2133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7C4DFF"/>
                </a:solidFill>
              </a:rPr>
              <a:t>C/C++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GDB/LLDB integrado.
Indispensável para debug
de firmware embarcado.</a:t>
            </a:r>
          </a:p>
        </p:txBody>
      </p:sp>
      <p:sp>
        <p:nvSpPr>
          <p:cNvPr id="31" name="Pill1"/>
          <p:cNvSpPr/>
          <p:nvPr/>
        </p:nvSpPr>
        <p:spPr>
          <a:xfrm>
            <a:off x="7010400" y="10224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7C4DFF">
              <a:alpha val="20000"/>
            </a:srgbClr>
          </a:solidFill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000" b="1">
                <a:solidFill>
                  <a:srgbClr val="7C4DFF"/>
                </a:solidFill>
              </a:rPr>
              <a:t>Embarcado</a:t>
            </a:r>
          </a:p>
        </p:txBody>
      </p:sp>
      <p:sp>
        <p:nvSpPr>
          <p:cNvPr id="22" name="Ext2"/>
          <p:cNvSpPr/>
          <p:nvPr/>
        </p:nvSpPr>
        <p:spPr>
          <a:xfrm>
            <a:off x="8382000" y="914400"/>
            <a:ext cx="3810000" cy="2133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00E676"/>
                </a:solidFill>
              </a:rPr>
              <a:t>PlatformIO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IDE completa para IoT.
Debug ESP32 com GDB
via JTAG ou USB.</a:t>
            </a:r>
          </a:p>
        </p:txBody>
      </p:sp>
      <p:sp>
        <p:nvSpPr>
          <p:cNvPr id="32" name="Pill2"/>
          <p:cNvSpPr/>
          <p:nvPr/>
        </p:nvSpPr>
        <p:spPr>
          <a:xfrm>
            <a:off x="10972800" y="10224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00E676">
              <a:alpha val="20000"/>
            </a:srgbClr>
          </a:solidFill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000" b="1">
                <a:solidFill>
                  <a:srgbClr val="00E676"/>
                </a:solidFill>
              </a:rPr>
              <a:t>ESP32</a:t>
            </a:r>
          </a:p>
        </p:txBody>
      </p:sp>
      <p:sp>
        <p:nvSpPr>
          <p:cNvPr id="23" name="Ext3"/>
          <p:cNvSpPr/>
          <p:nvPr/>
        </p:nvSpPr>
        <p:spPr>
          <a:xfrm>
            <a:off x="457200" y="3200400"/>
            <a:ext cx="3810000" cy="2133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FF6B6B"/>
                </a:solidFill>
              </a:rPr>
              <a:t>Error Lens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Mostra erros inline no
editor com cores e destaque.
Feedback visual imediato.</a:t>
            </a:r>
          </a:p>
        </p:txBody>
      </p:sp>
      <p:sp>
        <p:nvSpPr>
          <p:cNvPr id="33" name="Pill3"/>
          <p:cNvSpPr/>
          <p:nvPr/>
        </p:nvSpPr>
        <p:spPr>
          <a:xfrm>
            <a:off x="3048000" y="33084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FF6B6B">
              <a:alpha val="20000"/>
            </a:srgbClr>
          </a:solidFill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000" b="1">
                <a:solidFill>
                  <a:srgbClr val="FF6B6B"/>
                </a:solidFill>
              </a:rPr>
              <a:t>Visual</a:t>
            </a:r>
          </a:p>
        </p:txBody>
      </p:sp>
      <p:sp>
        <p:nvSpPr>
          <p:cNvPr id="24" name="Ext4"/>
          <p:cNvSpPr/>
          <p:nvPr/>
        </p:nvSpPr>
        <p:spPr>
          <a:xfrm>
            <a:off x="4419600" y="3200400"/>
            <a:ext cx="3810000" cy="2133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FFD54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FFD54F"/>
                </a:solidFill>
              </a:rPr>
              <a:t>GitLens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Blame annotations inline.
Descubra quem e quando
alterou o código problemático.</a:t>
            </a:r>
          </a:p>
        </p:txBody>
      </p:sp>
      <p:sp>
        <p:nvSpPr>
          <p:cNvPr id="34" name="Pill4"/>
          <p:cNvSpPr/>
          <p:nvPr/>
        </p:nvSpPr>
        <p:spPr>
          <a:xfrm>
            <a:off x="7010400" y="33084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FFD54F">
              <a:alpha val="20000"/>
            </a:srgbClr>
          </a:solidFill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000" b="1">
                <a:solidFill>
                  <a:srgbClr val="FFD54F"/>
                </a:solidFill>
              </a:rPr>
              <a:t>Histórico</a:t>
            </a:r>
          </a:p>
        </p:txBody>
      </p:sp>
      <p:sp>
        <p:nvSpPr>
          <p:cNvPr id="25" name="Ext5"/>
          <p:cNvSpPr/>
          <p:nvPr/>
        </p:nvSpPr>
        <p:spPr>
          <a:xfrm>
            <a:off x="8382000" y="3200400"/>
            <a:ext cx="3810000" cy="213360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 w="19050">
            <a:solidFill>
              <a:srgbClr val="40C4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40C4FF"/>
                </a:solidFill>
              </a:rPr>
              <a:t>Thunder Client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Teste APIs sem sair
do VSCode. Debug de
respostas HTTP em tempo real.</a:t>
            </a:r>
          </a:p>
        </p:txBody>
      </p:sp>
      <p:sp>
        <p:nvSpPr>
          <p:cNvPr id="35" name="Pill5"/>
          <p:cNvSpPr/>
          <p:nvPr/>
        </p:nvSpPr>
        <p:spPr>
          <a:xfrm>
            <a:off x="10972800" y="3308400"/>
            <a:ext cx="1066800" cy="304800"/>
          </a:xfrm>
          <a:prstGeom prst="roundRect">
            <a:avLst>
              <a:gd name="adj" fmla="val 50000"/>
            </a:avLst>
          </a:prstGeom>
          <a:solidFill>
            <a:srgbClr val="40C4FF">
              <a:alpha val="20000"/>
            </a:srgbClr>
          </a:solidFill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pt-BR" sz="1000" b="1">
                <a:solidFill>
                  <a:srgbClr val="40C4FF"/>
                </a:solidFill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24092163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"/>
          <p:cNvSpPr/>
          <p:nvPr/>
        </p:nvSpPr>
        <p:spPr>
          <a:xfrm>
            <a:off x="457200" y="1600200"/>
            <a:ext cx="76200" cy="1828800"/>
          </a:xfrm>
          <a:prstGeom prst="rect">
            <a:avLst/>
          </a:prstGeom>
          <a:solidFill>
            <a:srgbClr val="00E67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SectionNum"/>
          <p:cNvSpPr/>
          <p:nvPr/>
        </p:nvSpPr>
        <p:spPr>
          <a:xfrm>
            <a:off x="685800" y="1524000"/>
            <a:ext cx="1828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5400" b="1">
                <a:solidFill>
                  <a:srgbClr val="00E676">
                    <a:alpha val="30000"/>
                  </a:srgbClr>
                </a:solidFill>
              </a:rPr>
              <a:t>02</a:t>
            </a:r>
          </a:p>
        </p:txBody>
      </p:sp>
      <p:sp>
        <p:nvSpPr>
          <p:cNvPr id="12" name="SectionTitle"/>
          <p:cNvSpPr/>
          <p:nvPr/>
        </p:nvSpPr>
        <p:spPr>
          <a:xfrm>
            <a:off x="685800" y="2133600"/>
            <a:ext cx="731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3200" b="1">
                <a:solidFill>
                  <a:srgbClr val="F0F0F0"/>
                </a:solidFill>
              </a:rPr>
              <a:t>Debug em Python</a:t>
            </a:r>
          </a:p>
        </p:txBody>
      </p:sp>
      <p:sp>
        <p:nvSpPr>
          <p:cNvPr id="13" name="Desc"/>
          <p:cNvSpPr/>
          <p:nvPr/>
        </p:nvSpPr>
        <p:spPr>
          <a:xfrm>
            <a:off x="685800" y="2819400"/>
            <a:ext cx="731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1800">
                <a:solidFill>
                  <a:srgbClr val="B0BEC5"/>
                </a:solidFill>
              </a:rPr>
              <a:t>PDB, debugpy, logging e casos práticos</a:t>
            </a:r>
          </a:p>
        </p:txBody>
      </p:sp>
      <p:sp>
        <p:nvSpPr>
          <p:cNvPr id="14" name="Deco1"/>
          <p:cNvSpPr/>
          <p:nvPr/>
        </p:nvSpPr>
        <p:spPr>
          <a:xfrm>
            <a:off x="8686800" y="762000"/>
            <a:ext cx="2286000" cy="2286000"/>
          </a:xfrm>
          <a:prstGeom prst="ellipse">
            <a:avLst/>
          </a:prstGeom>
          <a:solidFill>
            <a:srgbClr val="00E676">
              <a:alpha val="8000"/>
            </a:srgbClr>
          </a:solidFill>
          <a:ln w="19050">
            <a:solidFill>
              <a:srgbClr val="00E676">
                <a:alpha val="25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Deco2"/>
          <p:cNvSpPr/>
          <p:nvPr/>
        </p:nvSpPr>
        <p:spPr>
          <a:xfrm>
            <a:off x="9601200" y="2743200"/>
            <a:ext cx="1524000" cy="1524000"/>
          </a:xfrm>
          <a:prstGeom prst="ellipse">
            <a:avLst/>
          </a:prstGeom>
          <a:solidFill>
            <a:srgbClr val="FFD54F">
              <a:alpha val="6000"/>
            </a:srgbClr>
          </a:solidFill>
          <a:ln w="19050">
            <a:solidFill>
              <a:srgbClr val="FFD54F">
                <a:alpha val="2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Pill0"/>
          <p:cNvSpPr/>
          <p:nvPr/>
        </p:nvSpPr>
        <p:spPr>
          <a:xfrm>
            <a:off x="6858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00E676">
              <a:alpha val="12000"/>
            </a:srgbClr>
          </a:solidFill>
          <a:ln w="12700">
            <a:solidFill>
              <a:srgbClr val="00E676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00E676"/>
                </a:solidFill>
              </a:rPr>
              <a:t>pdb</a:t>
            </a:r>
          </a:p>
        </p:txBody>
      </p:sp>
      <p:sp>
        <p:nvSpPr>
          <p:cNvPr id="21" name="Pill1"/>
          <p:cNvSpPr/>
          <p:nvPr/>
        </p:nvSpPr>
        <p:spPr>
          <a:xfrm>
            <a:off x="2286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00D9FF">
              <a:alpha val="12000"/>
            </a:srgbClr>
          </a:solidFill>
          <a:ln w="12700">
            <a:solidFill>
              <a:srgbClr val="00D9F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00D9FF"/>
                </a:solidFill>
              </a:rPr>
              <a:t>debugpy</a:t>
            </a:r>
          </a:p>
        </p:txBody>
      </p:sp>
      <p:sp>
        <p:nvSpPr>
          <p:cNvPr id="22" name="Pill2"/>
          <p:cNvSpPr/>
          <p:nvPr/>
        </p:nvSpPr>
        <p:spPr>
          <a:xfrm>
            <a:off x="3810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FFD54F">
              <a:alpha val="12000"/>
            </a:srgbClr>
          </a:solidFill>
          <a:ln w="12700">
            <a:solidFill>
              <a:srgbClr val="FFD54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FFD54F"/>
                </a:solidFill>
              </a:rPr>
              <a:t>logging</a:t>
            </a:r>
          </a:p>
        </p:txBody>
      </p:sp>
      <p:sp>
        <p:nvSpPr>
          <p:cNvPr id="23" name="Pill3"/>
          <p:cNvSpPr/>
          <p:nvPr/>
        </p:nvSpPr>
        <p:spPr>
          <a:xfrm>
            <a:off x="5334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FF6B6B"/>
                </a:solidFill>
              </a:rPr>
              <a:t>Casos Práticos</a:t>
            </a:r>
          </a:p>
        </p:txBody>
      </p:sp>
    </p:spTree>
    <p:extLst>
      <p:ext uri="{BB962C8B-B14F-4D97-AF65-F5344CB8AC3E}">
        <p14:creationId xmlns:p14="http://schemas.microsoft.com/office/powerpoint/2010/main" val="2217669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00E676"/>
                </a:solidFill>
              </a:rPr>
              <a:t>pdb</a:t>
            </a:r>
            <a:r>
              <a:rPr lang="pt-BR" sz="2400" b="1">
                <a:solidFill>
                  <a:srgbClr val="F0F0F0"/>
                </a:solidFill>
              </a:rPr>
              <a:t> — O Debugger Nativo do Python</a:t>
            </a:r>
          </a:p>
        </p:txBody>
      </p:sp>
      <p:sp>
        <p:nvSpPr>
          <p:cNvPr id="20" name="CodeBlock"/>
          <p:cNvSpPr/>
          <p:nvPr/>
        </p:nvSpPr>
        <p:spPr>
          <a:xfrm>
            <a:off x="457200" y="914400"/>
            <a:ext cx="5486400" cy="2667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12700">
            <a:solidFill>
              <a:srgbClr val="00E676">
                <a:alpha val="40000"/>
              </a:srgbClr>
            </a:solidFill>
          </a:ln>
        </p:spPr>
        <p:txBody>
          <a:bodyPr lIns="144000" tIns="72000" rIns="144000" bIns="72000" anchor="t"/>
          <a:lstStyle/>
          <a:p>
            <a:pPr algn="l">
              <a:buNone/>
            </a:pPr>
            <a:r>
              <a:rPr lang="pt-BR" sz="1000">
                <a:solidFill>
                  <a:srgbClr val="B0BEC5"/>
                </a:solidFill>
                <a:latin typeface="Consolas"/>
              </a:rPr>
              <a:t># Inserir breakpoint no código</a:t>
            </a:r>
          </a:p>
          <a:p>
            <a:pPr algn="l">
              <a:buNone/>
            </a:pPr>
            <a:r>
              <a:rPr lang="pt-BR" sz="1000">
                <a:solidFill>
                  <a:srgbClr val="7C4DFF"/>
                </a:solidFill>
                <a:latin typeface="Consolas"/>
              </a:rPr>
              <a:t>import 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pdb</a:t>
            </a:r>
          </a:p>
          <a:p>
            <a:pPr algn="l">
              <a:buNone/>
            </a:pPr>
            <a:endParaRPr lang="pt-BR" sz="600" dirty="0">
              <a:latin typeface="Consolas"/>
            </a:endParaRPr>
          </a:p>
          <a:p>
            <a:pPr algn="l">
              <a:buNone/>
            </a:pPr>
            <a:r>
              <a:rPr lang="pt-BR" sz="1000">
                <a:solidFill>
                  <a:srgbClr val="7C4DFF"/>
                </a:solidFill>
                <a:latin typeface="Consolas"/>
              </a:rPr>
              <a:t>def </a:t>
            </a:r>
            <a:r>
              <a:rPr lang="pt-BR" sz="1000">
                <a:solidFill>
                  <a:srgbClr val="00D9FF"/>
                </a:solidFill>
                <a:latin typeface="Consolas"/>
              </a:rPr>
              <a:t>calcular_media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(notas):</a:t>
            </a:r>
          </a:p>
          <a:p>
            <a:pPr algn="l">
              <a:buNone/>
            </a:pPr>
            <a:r>
              <a:rPr lang="pt-BR" sz="1000">
                <a:solidFill>
                  <a:srgbClr val="F0F0F0"/>
                </a:solidFill>
                <a:latin typeface="Consolas"/>
              </a:rPr>
              <a:t>    total = </a:t>
            </a:r>
            <a:r>
              <a:rPr lang="pt-BR" sz="1000">
                <a:solidFill>
                  <a:srgbClr val="00D9FF"/>
                </a:solidFill>
                <a:latin typeface="Consolas"/>
              </a:rPr>
              <a:t>sum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(notas)</a:t>
            </a:r>
          </a:p>
          <a:p>
            <a:pPr algn="l">
              <a:buNone/>
            </a:pPr>
            <a:r>
              <a:rPr lang="pt-BR" sz="1000">
                <a:solidFill>
                  <a:srgbClr val="FF6B6B"/>
                </a:solidFill>
                <a:latin typeface="Consolas"/>
              </a:rPr>
              <a:t>    pdb.set_trace()</a:t>
            </a:r>
            <a:r>
              <a:rPr lang="pt-BR" sz="1000">
                <a:solidFill>
                  <a:srgbClr val="B0BEC5"/>
                </a:solidFill>
                <a:latin typeface="Consolas"/>
              </a:rPr>
              <a:t>  # breakpoint!</a:t>
            </a:r>
          </a:p>
          <a:p>
            <a:pPr algn="l">
              <a:buNone/>
            </a:pPr>
            <a:r>
              <a:rPr lang="pt-BR" sz="1000">
                <a:solidFill>
                  <a:srgbClr val="F0F0F0"/>
                </a:solidFill>
                <a:latin typeface="Consolas"/>
              </a:rPr>
              <a:t>    media = total / </a:t>
            </a:r>
            <a:r>
              <a:rPr lang="pt-BR" sz="1000">
                <a:solidFill>
                  <a:srgbClr val="00D9FF"/>
                </a:solidFill>
                <a:latin typeface="Consolas"/>
              </a:rPr>
              <a:t>len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(notas)</a:t>
            </a:r>
          </a:p>
          <a:p>
            <a:pPr algn="l">
              <a:buNone/>
            </a:pPr>
            <a:r>
              <a:rPr lang="pt-BR" sz="1000">
                <a:solidFill>
                  <a:srgbClr val="F0F0F0"/>
                </a:solidFill>
                <a:latin typeface="Consolas"/>
              </a:rPr>
              <a:t>    </a:t>
            </a:r>
            <a:r>
              <a:rPr lang="pt-BR" sz="1000">
                <a:solidFill>
                  <a:srgbClr val="7C4DFF"/>
                </a:solidFill>
                <a:latin typeface="Consolas"/>
              </a:rPr>
              <a:t>return</a:t>
            </a:r>
            <a:r>
              <a:rPr lang="pt-BR" sz="1000">
                <a:solidFill>
                  <a:srgbClr val="F0F0F0"/>
                </a:solidFill>
                <a:latin typeface="Consolas"/>
              </a:rPr>
              <a:t> media</a:t>
            </a:r>
          </a:p>
          <a:p>
            <a:pPr algn="l">
              <a:buNone/>
            </a:pPr>
            <a:endParaRPr lang="pt-BR" sz="600" dirty="0">
              <a:latin typeface="Consolas"/>
            </a:endParaRPr>
          </a:p>
          <a:p>
            <a:pPr algn="l">
              <a:buNone/>
            </a:pPr>
            <a:r>
              <a:rPr lang="pt-BR" sz="1000">
                <a:solidFill>
                  <a:srgbClr val="B0BEC5"/>
                </a:solidFill>
                <a:latin typeface="Consolas"/>
              </a:rPr>
              <a:t># Python 3.7+: use breakpoint()</a:t>
            </a:r>
          </a:p>
        </p:txBody>
      </p:sp>
      <p:sp>
        <p:nvSpPr>
          <p:cNvPr id="25" name="CmdsTitle"/>
          <p:cNvSpPr/>
          <p:nvPr/>
        </p:nvSpPr>
        <p:spPr>
          <a:xfrm>
            <a:off x="6172200" y="914400"/>
            <a:ext cx="54864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1600" b="1">
                <a:solidFill>
                  <a:srgbClr val="F0F0F0"/>
                </a:solidFill>
              </a:rPr>
              <a:t>Comandos Essenciais do PDB</a:t>
            </a:r>
          </a:p>
        </p:txBody>
      </p:sp>
      <p:sp>
        <p:nvSpPr>
          <p:cNvPr id="30" name="Cmd0"/>
          <p:cNvSpPr/>
          <p:nvPr/>
        </p:nvSpPr>
        <p:spPr>
          <a:xfrm>
            <a:off x="6172200" y="1371600"/>
            <a:ext cx="5486400" cy="2286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00D9FF">
                <a:alpha val="40000"/>
              </a:srgbClr>
            </a:solidFill>
          </a:ln>
        </p:spPr>
        <p:txBody>
          <a:bodyPr lIns="108000" tIns="18000" rIns="108000" bIns="18000" anchor="ctr"/>
          <a:lstStyle/>
          <a:p>
            <a:pPr algn="l">
              <a:buNone/>
            </a:pPr>
            <a:r>
              <a:rPr lang="pt-BR" sz="1100" b="1">
                <a:solidFill>
                  <a:srgbClr val="00D9FF"/>
                </a:solidFill>
                <a:latin typeface="Consolas"/>
              </a:rPr>
              <a:t>n (next)</a:t>
            </a:r>
            <a:r>
              <a:rPr lang="pt-BR" sz="1100">
                <a:solidFill>
                  <a:srgbClr val="B0BEC5"/>
                </a:solidFill>
              </a:rPr>
              <a:t>  →  Executa a próxima linha</a:t>
            </a:r>
          </a:p>
        </p:txBody>
      </p:sp>
      <p:sp>
        <p:nvSpPr>
          <p:cNvPr id="31" name="Cmd1"/>
          <p:cNvSpPr/>
          <p:nvPr/>
        </p:nvSpPr>
        <p:spPr>
          <a:xfrm>
            <a:off x="6172200" y="1676400"/>
            <a:ext cx="5486400" cy="2286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7C4DFF">
                <a:alpha val="40000"/>
              </a:srgbClr>
            </a:solidFill>
          </a:ln>
        </p:spPr>
        <p:txBody>
          <a:bodyPr lIns="108000" tIns="18000" rIns="108000" bIns="18000" anchor="ctr"/>
          <a:lstStyle/>
          <a:p>
            <a:pPr algn="l">
              <a:buNone/>
            </a:pPr>
            <a:r>
              <a:rPr lang="pt-BR" sz="1100" b="1">
                <a:solidFill>
                  <a:srgbClr val="7C4DFF"/>
                </a:solidFill>
                <a:latin typeface="Consolas"/>
              </a:rPr>
              <a:t>s (step)</a:t>
            </a:r>
            <a:r>
              <a:rPr lang="pt-BR" sz="1100">
                <a:solidFill>
                  <a:srgbClr val="B0BEC5"/>
                </a:solidFill>
              </a:rPr>
              <a:t>  →  Entra dentro da função</a:t>
            </a:r>
          </a:p>
        </p:txBody>
      </p:sp>
      <p:sp>
        <p:nvSpPr>
          <p:cNvPr id="32" name="Cmd2"/>
          <p:cNvSpPr/>
          <p:nvPr/>
        </p:nvSpPr>
        <p:spPr>
          <a:xfrm>
            <a:off x="6172200" y="1981200"/>
            <a:ext cx="5486400" cy="2286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00E676">
                <a:alpha val="40000"/>
              </a:srgbClr>
            </a:solidFill>
          </a:ln>
        </p:spPr>
        <p:txBody>
          <a:bodyPr lIns="108000" tIns="18000" rIns="108000" bIns="18000" anchor="ctr"/>
          <a:lstStyle/>
          <a:p>
            <a:pPr algn="l">
              <a:buNone/>
            </a:pPr>
            <a:r>
              <a:rPr lang="pt-BR" sz="1100" b="1">
                <a:solidFill>
                  <a:srgbClr val="00E676"/>
                </a:solidFill>
                <a:latin typeface="Consolas"/>
              </a:rPr>
              <a:t>c (continue)</a:t>
            </a:r>
            <a:r>
              <a:rPr lang="pt-BR" sz="1100">
                <a:solidFill>
                  <a:srgbClr val="B0BEC5"/>
                </a:solidFill>
              </a:rPr>
              <a:t>  →  Continua até o próximo breakpoint</a:t>
            </a:r>
          </a:p>
        </p:txBody>
      </p:sp>
      <p:sp>
        <p:nvSpPr>
          <p:cNvPr id="33" name="Cmd3"/>
          <p:cNvSpPr/>
          <p:nvPr/>
        </p:nvSpPr>
        <p:spPr>
          <a:xfrm>
            <a:off x="6172200" y="2286000"/>
            <a:ext cx="5486400" cy="2286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FFD54F">
                <a:alpha val="40000"/>
              </a:srgbClr>
            </a:solidFill>
          </a:ln>
        </p:spPr>
        <p:txBody>
          <a:bodyPr lIns="108000" tIns="18000" rIns="108000" bIns="18000" anchor="ctr"/>
          <a:lstStyle/>
          <a:p>
            <a:pPr algn="l">
              <a:buNone/>
            </a:pPr>
            <a:r>
              <a:rPr lang="pt-BR" sz="1100" b="1">
                <a:solidFill>
                  <a:srgbClr val="FFD54F"/>
                </a:solidFill>
                <a:latin typeface="Consolas"/>
              </a:rPr>
              <a:t>p var</a:t>
            </a:r>
            <a:r>
              <a:rPr lang="pt-BR" sz="1100">
                <a:solidFill>
                  <a:srgbClr val="B0BEC5"/>
                </a:solidFill>
              </a:rPr>
              <a:t>  →  Imprime o valor da variável</a:t>
            </a:r>
          </a:p>
        </p:txBody>
      </p:sp>
      <p:sp>
        <p:nvSpPr>
          <p:cNvPr id="34" name="Cmd4"/>
          <p:cNvSpPr/>
          <p:nvPr/>
        </p:nvSpPr>
        <p:spPr>
          <a:xfrm>
            <a:off x="6172200" y="2590800"/>
            <a:ext cx="5486400" cy="2286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40C4FF">
                <a:alpha val="40000"/>
              </a:srgbClr>
            </a:solidFill>
          </a:ln>
        </p:spPr>
        <p:txBody>
          <a:bodyPr lIns="108000" tIns="18000" rIns="108000" bIns="18000" anchor="ctr"/>
          <a:lstStyle/>
          <a:p>
            <a:pPr algn="l">
              <a:buNone/>
            </a:pPr>
            <a:r>
              <a:rPr lang="pt-BR" sz="1100" b="1">
                <a:solidFill>
                  <a:srgbClr val="40C4FF"/>
                </a:solidFill>
                <a:latin typeface="Consolas"/>
              </a:rPr>
              <a:t>l (list)</a:t>
            </a:r>
            <a:r>
              <a:rPr lang="pt-BR" sz="1100">
                <a:solidFill>
                  <a:srgbClr val="B0BEC5"/>
                </a:solidFill>
              </a:rPr>
              <a:t>  →  Mostra o código ao redor</a:t>
            </a:r>
          </a:p>
        </p:txBody>
      </p:sp>
      <p:sp>
        <p:nvSpPr>
          <p:cNvPr id="35" name="Cmd5"/>
          <p:cNvSpPr/>
          <p:nvPr/>
        </p:nvSpPr>
        <p:spPr>
          <a:xfrm>
            <a:off x="6172200" y="2895600"/>
            <a:ext cx="5486400" cy="22860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 w="12700">
            <a:solidFill>
              <a:srgbClr val="FF6B6B">
                <a:alpha val="40000"/>
              </a:srgbClr>
            </a:solidFill>
          </a:ln>
        </p:spPr>
        <p:txBody>
          <a:bodyPr lIns="108000" tIns="18000" rIns="108000" bIns="18000" anchor="ctr"/>
          <a:lstStyle/>
          <a:p>
            <a:pPr algn="l">
              <a:buNone/>
            </a:pPr>
            <a:r>
              <a:rPr lang="pt-BR" sz="1100" b="1">
                <a:solidFill>
                  <a:srgbClr val="FF6B6B"/>
                </a:solidFill>
                <a:latin typeface="Consolas"/>
              </a:rPr>
              <a:t>q (quit)</a:t>
            </a:r>
            <a:r>
              <a:rPr lang="pt-BR" sz="1100">
                <a:solidFill>
                  <a:srgbClr val="B0BEC5"/>
                </a:solidFill>
              </a:rPr>
              <a:t>  →  Sai do debugger</a:t>
            </a:r>
          </a:p>
        </p:txBody>
      </p:sp>
      <p:sp>
        <p:nvSpPr>
          <p:cNvPr id="50" name="Tip"/>
          <p:cNvSpPr/>
          <p:nvPr/>
        </p:nvSpPr>
        <p:spPr>
          <a:xfrm>
            <a:off x="457200" y="3810000"/>
            <a:ext cx="112776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D54F">
                <a:alpha val="40000"/>
              </a:srgbClr>
            </a:solidFill>
          </a:ln>
        </p:spPr>
        <p:txBody>
          <a:bodyPr lIns="180000" tIns="108000" rIns="180000" bIns="108000" anchor="ctr"/>
          <a:lstStyle/>
          <a:p>
            <a:pPr algn="l">
              <a:buNone/>
            </a:pPr>
            <a:r>
              <a:rPr lang="pt-BR" sz="1400" b="1">
                <a:solidFill>
                  <a:srgbClr val="FFD54F"/>
                </a:solidFill>
              </a:rPr>
              <a:t>💡 Dica: Python 3.7+ simplifica tudo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Use </a:t>
            </a:r>
            <a:r>
              <a:rPr lang="pt-BR" sz="1200" b="1">
                <a:solidFill>
                  <a:srgbClr val="00E676"/>
                </a:solidFill>
                <a:latin typeface="Consolas"/>
              </a:rPr>
              <a:t>breakpoint()</a:t>
            </a:r>
            <a:r>
              <a:rPr lang="pt-BR" sz="1200">
                <a:solidFill>
                  <a:srgbClr val="B0BEC5"/>
                </a:solidFill>
              </a:rPr>
              <a:t> em vez de </a:t>
            </a:r>
            <a:r>
              <a:rPr lang="pt-BR" sz="1200">
                <a:solidFill>
                  <a:srgbClr val="FF6B6B"/>
                </a:solidFill>
                <a:latin typeface="Consolas"/>
              </a:rPr>
              <a:t>import pdb; pdb.set_trace()</a:t>
            </a:r>
            <a:r>
              <a:rPr lang="pt-BR" sz="1200">
                <a:solidFill>
                  <a:srgbClr val="B0BEC5"/>
                </a:solidFill>
              </a:rPr>
              <a:t>.  Controle via </a:t>
            </a:r>
            <a:r>
              <a:rPr lang="pt-BR" sz="1200" b="1">
                <a:solidFill>
                  <a:srgbClr val="00D9FF"/>
                </a:solidFill>
                <a:latin typeface="Consolas"/>
              </a:rPr>
              <a:t>PYTHONBREAKPOINT</a:t>
            </a:r>
            <a:r>
              <a:rPr lang="pt-BR" sz="1200">
                <a:solidFill>
                  <a:srgbClr val="B0BEC5"/>
                </a:solidFill>
              </a:rPr>
              <a:t> env var.</a:t>
            </a:r>
          </a:p>
        </p:txBody>
      </p:sp>
    </p:spTree>
    <p:extLst>
      <p:ext uri="{BB962C8B-B14F-4D97-AF65-F5344CB8AC3E}">
        <p14:creationId xmlns:p14="http://schemas.microsoft.com/office/powerpoint/2010/main" val="10465092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FD54F"/>
                </a:solidFill>
              </a:rPr>
              <a:t>Logging</a:t>
            </a:r>
            <a:r>
              <a:rPr lang="pt-BR" sz="2400" b="1">
                <a:solidFill>
                  <a:srgbClr val="F0F0F0"/>
                </a:solidFill>
              </a:rPr>
              <a:t> vs </a:t>
            </a:r>
            <a:r>
              <a:rPr lang="pt-BR" sz="2400" b="1">
                <a:solidFill>
                  <a:srgbClr val="7C4DFF"/>
                </a:solidFill>
              </a:rPr>
              <a:t>Debugging</a:t>
            </a:r>
          </a:p>
        </p:txBody>
      </p:sp>
      <p:sp>
        <p:nvSpPr>
          <p:cNvPr id="15" name="ColHeader"/>
          <p:cNvSpPr/>
          <p:nvPr/>
        </p:nvSpPr>
        <p:spPr>
          <a:xfrm>
            <a:off x="457200" y="838200"/>
            <a:ext cx="2667000" cy="381000"/>
          </a:xfrm>
          <a:prstGeom prst="roundRect">
            <a:avLst>
              <a:gd name="adj" fmla="val 16667"/>
            </a:avLst>
          </a:prstGeom>
          <a:solidFill>
            <a:srgbClr val="00D9FF">
              <a:alpha val="15000"/>
            </a:srgbClr>
          </a:solidFill>
          <a:ln w="0">
            <a:noFill/>
          </a:ln>
        </p:spPr>
        <p:txBody>
          <a:bodyPr lIns="108000" tIns="36000" rIns="108000" bIns="36000" anchor="ctr"/>
          <a:lstStyle/>
          <a:p>
            <a:pPr algn="ctr"/>
            <a:r>
              <a:rPr lang="pt-BR" sz="1400" b="1">
                <a:solidFill>
                  <a:srgbClr val="00D9FF"/>
                </a:solidFill>
              </a:rPr>
              <a:t>Aspecto</a:t>
            </a:r>
          </a:p>
        </p:txBody>
      </p:sp>
      <p:sp>
        <p:nvSpPr>
          <p:cNvPr id="16" name="LogHeader"/>
          <p:cNvSpPr/>
          <p:nvPr/>
        </p:nvSpPr>
        <p:spPr>
          <a:xfrm>
            <a:off x="3276600" y="838200"/>
            <a:ext cx="4114800" cy="381000"/>
          </a:xfrm>
          <a:prstGeom prst="roundRect">
            <a:avLst>
              <a:gd name="adj" fmla="val 16667"/>
            </a:avLst>
          </a:prstGeom>
          <a:solidFill>
            <a:srgbClr val="FFD54F">
              <a:alpha val="15000"/>
            </a:srgbClr>
          </a:solidFill>
          <a:ln w="0">
            <a:noFill/>
          </a:ln>
        </p:spPr>
        <p:txBody>
          <a:bodyPr lIns="108000" tIns="36000" rIns="108000" bIns="36000" anchor="ctr"/>
          <a:lstStyle/>
          <a:p>
            <a:pPr algn="ctr"/>
            <a:r>
              <a:rPr lang="pt-BR" sz="1400" b="1">
                <a:solidFill>
                  <a:srgbClr val="FFD54F"/>
                </a:solidFill>
              </a:rPr>
              <a:t>📋 Logging</a:t>
            </a:r>
          </a:p>
        </p:txBody>
      </p:sp>
      <p:sp>
        <p:nvSpPr>
          <p:cNvPr id="17" name="DebugHeader"/>
          <p:cNvSpPr/>
          <p:nvPr/>
        </p:nvSpPr>
        <p:spPr>
          <a:xfrm>
            <a:off x="7543800" y="838200"/>
            <a:ext cx="4114800" cy="381000"/>
          </a:xfrm>
          <a:prstGeom prst="roundRect">
            <a:avLst>
              <a:gd name="adj" fmla="val 16667"/>
            </a:avLst>
          </a:prstGeom>
          <a:solidFill>
            <a:srgbClr val="7C4DFF">
              <a:alpha val="15000"/>
            </a:srgbClr>
          </a:solidFill>
          <a:ln w="0">
            <a:noFill/>
          </a:ln>
        </p:spPr>
        <p:txBody>
          <a:bodyPr lIns="108000" tIns="36000" rIns="108000" bIns="36000" anchor="ctr"/>
          <a:lstStyle/>
          <a:p>
            <a:pPr algn="ctr"/>
            <a:r>
              <a:rPr lang="pt-BR" sz="1400" b="1">
                <a:solidFill>
                  <a:srgbClr val="7C4DFF"/>
                </a:solidFill>
              </a:rPr>
              <a:t>🔍 Debugging</a:t>
            </a:r>
          </a:p>
        </p:txBody>
      </p:sp>
      <p:sp>
        <p:nvSpPr>
          <p:cNvPr id="20" name="Aspect0"/>
          <p:cNvSpPr/>
          <p:nvPr/>
        </p:nvSpPr>
        <p:spPr>
          <a:xfrm>
            <a:off x="457200" y="1295400"/>
            <a:ext cx="26670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00D9FF">
                <a:alpha val="4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 b="1">
                <a:solidFill>
                  <a:srgbClr val="00D9FF"/>
                </a:solidFill>
              </a:rPr>
              <a:t>Quando usar</a:t>
            </a:r>
          </a:p>
        </p:txBody>
      </p:sp>
      <p:sp>
        <p:nvSpPr>
          <p:cNvPr id="21" name="Log0"/>
          <p:cNvSpPr/>
          <p:nvPr/>
        </p:nvSpPr>
        <p:spPr>
          <a:xfrm>
            <a:off x="3276600" y="1295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FFD54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Monitoramento contínuo
em produção</a:t>
            </a:r>
          </a:p>
        </p:txBody>
      </p:sp>
      <p:sp>
        <p:nvSpPr>
          <p:cNvPr id="22" name="Dbg0"/>
          <p:cNvSpPr/>
          <p:nvPr/>
        </p:nvSpPr>
        <p:spPr>
          <a:xfrm>
            <a:off x="7543800" y="1295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7C4DF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Investigação ativa
em desenvolvimento</a:t>
            </a:r>
          </a:p>
        </p:txBody>
      </p:sp>
      <p:sp>
        <p:nvSpPr>
          <p:cNvPr id="23" name="Aspect1"/>
          <p:cNvSpPr/>
          <p:nvPr/>
        </p:nvSpPr>
        <p:spPr>
          <a:xfrm>
            <a:off x="457200" y="2057400"/>
            <a:ext cx="26670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7C4DFF">
                <a:alpha val="4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 b="1">
                <a:solidFill>
                  <a:srgbClr val="7C4DFF"/>
                </a:solidFill>
              </a:rPr>
              <a:t>Pausa execução?</a:t>
            </a:r>
          </a:p>
        </p:txBody>
      </p:sp>
      <p:sp>
        <p:nvSpPr>
          <p:cNvPr id="24" name="Log1"/>
          <p:cNvSpPr/>
          <p:nvPr/>
        </p:nvSpPr>
        <p:spPr>
          <a:xfrm>
            <a:off x="3276600" y="2057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FFD54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Não — executa
normalmente</a:t>
            </a:r>
          </a:p>
        </p:txBody>
      </p:sp>
      <p:sp>
        <p:nvSpPr>
          <p:cNvPr id="25" name="Dbg1"/>
          <p:cNvSpPr/>
          <p:nvPr/>
        </p:nvSpPr>
        <p:spPr>
          <a:xfrm>
            <a:off x="7543800" y="2057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7C4DF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Sim — para nos
breakpoints</a:t>
            </a:r>
          </a:p>
        </p:txBody>
      </p:sp>
      <p:sp>
        <p:nvSpPr>
          <p:cNvPr id="26" name="Aspect2"/>
          <p:cNvSpPr/>
          <p:nvPr/>
        </p:nvSpPr>
        <p:spPr>
          <a:xfrm>
            <a:off x="457200" y="2819400"/>
            <a:ext cx="26670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00E676">
                <a:alpha val="4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 b="1">
                <a:solidFill>
                  <a:srgbClr val="00E676"/>
                </a:solidFill>
              </a:rPr>
              <a:t>Granularidade</a:t>
            </a:r>
          </a:p>
        </p:txBody>
      </p:sp>
      <p:sp>
        <p:nvSpPr>
          <p:cNvPr id="27" name="Log2"/>
          <p:cNvSpPr/>
          <p:nvPr/>
        </p:nvSpPr>
        <p:spPr>
          <a:xfrm>
            <a:off x="3276600" y="2819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FFD54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Níveis: DEBUG, INFO,
WARNING, ERROR, CRITICAL</a:t>
            </a:r>
          </a:p>
        </p:txBody>
      </p:sp>
      <p:sp>
        <p:nvSpPr>
          <p:cNvPr id="28" name="Dbg2"/>
          <p:cNvSpPr/>
          <p:nvPr/>
        </p:nvSpPr>
        <p:spPr>
          <a:xfrm>
            <a:off x="7543800" y="2819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7C4DF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Inspeção completa:
variáveis, stack, memória</a:t>
            </a:r>
          </a:p>
        </p:txBody>
      </p:sp>
      <p:sp>
        <p:nvSpPr>
          <p:cNvPr id="29" name="Aspect3"/>
          <p:cNvSpPr/>
          <p:nvPr/>
        </p:nvSpPr>
        <p:spPr>
          <a:xfrm>
            <a:off x="457200" y="3581400"/>
            <a:ext cx="26670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FFD54F">
                <a:alpha val="4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 b="1">
                <a:solidFill>
                  <a:srgbClr val="FFD54F"/>
                </a:solidFill>
              </a:rPr>
              <a:t>Overhead</a:t>
            </a:r>
          </a:p>
        </p:txBody>
      </p:sp>
      <p:sp>
        <p:nvSpPr>
          <p:cNvPr id="30" name="Log3"/>
          <p:cNvSpPr/>
          <p:nvPr/>
        </p:nvSpPr>
        <p:spPr>
          <a:xfrm>
            <a:off x="3276600" y="3581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FFD54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Mínimo — pode ficar
em produção</a:t>
            </a:r>
          </a:p>
        </p:txBody>
      </p:sp>
      <p:sp>
        <p:nvSpPr>
          <p:cNvPr id="31" name="Dbg3"/>
          <p:cNvSpPr/>
          <p:nvPr/>
        </p:nvSpPr>
        <p:spPr>
          <a:xfrm>
            <a:off x="7543800" y="3581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7C4DF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Alto — apenas em
ambiente de dev</a:t>
            </a:r>
          </a:p>
        </p:txBody>
      </p:sp>
      <p:sp>
        <p:nvSpPr>
          <p:cNvPr id="32" name="Aspect4"/>
          <p:cNvSpPr/>
          <p:nvPr/>
        </p:nvSpPr>
        <p:spPr>
          <a:xfrm>
            <a:off x="457200" y="4343400"/>
            <a:ext cx="26670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FF6B6B">
                <a:alpha val="4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 b="1">
                <a:solidFill>
                  <a:srgbClr val="FF6B6B"/>
                </a:solidFill>
              </a:rPr>
              <a:t>Persistência</a:t>
            </a:r>
          </a:p>
        </p:txBody>
      </p:sp>
      <p:sp>
        <p:nvSpPr>
          <p:cNvPr id="33" name="Log4"/>
          <p:cNvSpPr/>
          <p:nvPr/>
        </p:nvSpPr>
        <p:spPr>
          <a:xfrm>
            <a:off x="3276600" y="4343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FFD54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Logs salvos em
arquivos/serviços</a:t>
            </a:r>
          </a:p>
        </p:txBody>
      </p:sp>
      <p:sp>
        <p:nvSpPr>
          <p:cNvPr id="34" name="Dbg4"/>
          <p:cNvSpPr/>
          <p:nvPr/>
        </p:nvSpPr>
        <p:spPr>
          <a:xfrm>
            <a:off x="7543800" y="4343400"/>
            <a:ext cx="41148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2700">
            <a:solidFill>
              <a:srgbClr val="7C4DFF">
                <a:alpha val="20000"/>
              </a:srgbClr>
            </a:solidFill>
          </a:ln>
        </p:spPr>
        <p:txBody>
          <a:bodyPr lIns="108000" tIns="36000" rIns="108000" bIns="36000" anchor="ctr"/>
          <a:lstStyle/>
          <a:p>
            <a:pPr algn="ctr"/>
            <a:r>
              <a:rPr lang="pt-BR" sz="1200">
                <a:solidFill>
                  <a:srgbClr val="B0BEC5"/>
                </a:solidFill>
              </a:rPr>
              <a:t>Sessão temporária —
nada é salvo</a:t>
            </a:r>
          </a:p>
        </p:txBody>
      </p:sp>
    </p:spTree>
    <p:extLst>
      <p:ext uri="{BB962C8B-B14F-4D97-AF65-F5344CB8AC3E}">
        <p14:creationId xmlns:p14="http://schemas.microsoft.com/office/powerpoint/2010/main" val="2078953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0F0F0"/>
                </a:solidFill>
              </a:rPr>
              <a:t>Fluxo de Debug em Python — </a:t>
            </a:r>
            <a:r>
              <a:rPr lang="pt-BR" sz="2400" b="1">
                <a:solidFill>
                  <a:srgbClr val="00E676"/>
                </a:solidFill>
              </a:rPr>
              <a:t>Caso Prático</a:t>
            </a:r>
          </a:p>
        </p:txBody>
      </p:sp>
      <p:sp>
        <p:nvSpPr>
          <p:cNvPr id="20" name="Step0"/>
          <p:cNvSpPr/>
          <p:nvPr/>
        </p:nvSpPr>
        <p:spPr>
          <a:xfrm>
            <a:off x="457200" y="914400"/>
            <a:ext cx="1524000" cy="609600"/>
          </a:xfrm>
          <a:prstGeom prst="flowChartTerminator">
            <a:avLst/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Erro
Reportado</a:t>
            </a:r>
          </a:p>
        </p:txBody>
      </p:sp>
      <p:sp>
        <p:nvSpPr>
          <p:cNvPr id="50" name="Arr0"/>
          <p:cNvSpPr/>
          <p:nvPr/>
        </p:nvSpPr>
        <p:spPr>
          <a:xfrm>
            <a:off x="1981200" y="1181100"/>
            <a:ext cx="4572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Step1"/>
          <p:cNvSpPr/>
          <p:nvPr/>
        </p:nvSpPr>
        <p:spPr>
          <a:xfrm>
            <a:off x="2438400" y="914400"/>
            <a:ext cx="1524000" cy="609600"/>
          </a:xfrm>
          <a:prstGeom prst="flowChartProcess">
            <a:avLst/>
          </a:prstGeom>
          <a:solidFill>
            <a:srgbClr val="FFD54F">
              <a:alpha val="20000"/>
            </a:srgbClr>
          </a:solidFill>
          <a:ln w="19050">
            <a:solidFill>
              <a:srgbClr val="FFD54F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Reproduzir
o Erro</a:t>
            </a:r>
          </a:p>
        </p:txBody>
      </p:sp>
      <p:sp>
        <p:nvSpPr>
          <p:cNvPr id="51" name="Arr1"/>
          <p:cNvSpPr/>
          <p:nvPr/>
        </p:nvSpPr>
        <p:spPr>
          <a:xfrm>
            <a:off x="3962400" y="1181100"/>
            <a:ext cx="4572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Step2"/>
          <p:cNvSpPr/>
          <p:nvPr/>
        </p:nvSpPr>
        <p:spPr>
          <a:xfrm>
            <a:off x="4419600" y="838200"/>
            <a:ext cx="1676400" cy="762000"/>
          </a:xfrm>
          <a:prstGeom prst="flowChartDecision">
            <a:avLst/>
          </a:prstGeom>
          <a:solidFill>
            <a:srgbClr val="00D9FF">
              <a:alpha val="20000"/>
            </a:srgbClr>
          </a:solidFill>
          <a:ln w="19050">
            <a:solidFill>
              <a:srgbClr val="00D9FF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print() ou
logging?</a:t>
            </a:r>
          </a:p>
        </p:txBody>
      </p:sp>
      <p:sp>
        <p:nvSpPr>
          <p:cNvPr id="55" name="ArrDecision"/>
          <p:cNvSpPr/>
          <p:nvPr/>
        </p:nvSpPr>
        <p:spPr>
          <a:xfrm>
            <a:off x="6096000" y="1181100"/>
            <a:ext cx="533400" cy="76200"/>
          </a:xfrm>
          <a:prstGeom prst="rightArrow">
            <a:avLst/>
          </a:prstGeom>
          <a:solidFill>
            <a:srgbClr val="7C4D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Step3"/>
          <p:cNvSpPr/>
          <p:nvPr/>
        </p:nvSpPr>
        <p:spPr>
          <a:xfrm>
            <a:off x="6629400" y="914400"/>
            <a:ext cx="1524000" cy="609600"/>
          </a:xfrm>
          <a:prstGeom prst="flowChartProcess">
            <a:avLst/>
          </a:prstGeom>
          <a:solidFill>
            <a:srgbClr val="7C4DFF">
              <a:alpha val="20000"/>
            </a:srgbClr>
          </a:solidFill>
          <a:ln w="19050">
            <a:solidFill>
              <a:srgbClr val="7C4DFF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Debugger
(breakpoint)</a:t>
            </a:r>
          </a:p>
        </p:txBody>
      </p:sp>
      <p:sp>
        <p:nvSpPr>
          <p:cNvPr id="53" name="Arr3"/>
          <p:cNvSpPr/>
          <p:nvPr/>
        </p:nvSpPr>
        <p:spPr>
          <a:xfrm>
            <a:off x="8153400" y="1181100"/>
            <a:ext cx="4572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Step4"/>
          <p:cNvSpPr/>
          <p:nvPr/>
        </p:nvSpPr>
        <p:spPr>
          <a:xfrm>
            <a:off x="8610600" y="914400"/>
            <a:ext cx="1524000" cy="609600"/>
          </a:xfrm>
          <a:prstGeom prst="flowChartProcess">
            <a:avLst/>
          </a:prstGeom>
          <a:solidFill>
            <a:srgbClr val="00E676">
              <a:alpha val="20000"/>
            </a:srgbClr>
          </a:solidFill>
          <a:ln w="19050">
            <a:solidFill>
              <a:srgbClr val="00E676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Inspecionar
Variáveis</a:t>
            </a:r>
          </a:p>
        </p:txBody>
      </p:sp>
      <p:sp>
        <p:nvSpPr>
          <p:cNvPr id="54" name="Arr4"/>
          <p:cNvSpPr/>
          <p:nvPr/>
        </p:nvSpPr>
        <p:spPr>
          <a:xfrm>
            <a:off x="10134600" y="1181100"/>
            <a:ext cx="457200" cy="762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Step5"/>
          <p:cNvSpPr/>
          <p:nvPr/>
        </p:nvSpPr>
        <p:spPr>
          <a:xfrm>
            <a:off x="10591800" y="914400"/>
            <a:ext cx="1524000" cy="609600"/>
          </a:xfrm>
          <a:prstGeom prst="flowChartTerminator">
            <a:avLst/>
          </a:prstGeom>
          <a:solidFill>
            <a:srgbClr val="40C4FF">
              <a:alpha val="20000"/>
            </a:srgbClr>
          </a:solidFill>
          <a:ln w="19050">
            <a:solidFill>
              <a:srgbClr val="40C4FF"/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Corrigir
e Testar</a:t>
            </a:r>
          </a:p>
        </p:txBody>
      </p:sp>
      <p:sp>
        <p:nvSpPr>
          <p:cNvPr id="60" name="Case0"/>
          <p:cNvSpPr/>
          <p:nvPr/>
        </p:nvSpPr>
        <p:spPr>
          <a:xfrm>
            <a:off x="457200" y="1828800"/>
            <a:ext cx="3810000" cy="3352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400" b="1">
                <a:solidFill>
                  <a:srgbClr val="FF6B6B"/>
                </a:solidFill>
              </a:rPr>
              <a:t>Caso 1: ZeroDivisionError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Função recebe lista vazia
→ breakpoint() antes da divisão
→ Inspecionar len(lista) no Watch
→ Adicionar validação de input</a:t>
            </a:r>
          </a:p>
        </p:txBody>
      </p:sp>
      <p:sp>
        <p:nvSpPr>
          <p:cNvPr id="61" name="Case1"/>
          <p:cNvSpPr/>
          <p:nvPr/>
        </p:nvSpPr>
        <p:spPr>
          <a:xfrm>
            <a:off x="4419600" y="1828800"/>
            <a:ext cx="3810000" cy="3352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D54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400" b="1">
                <a:solidFill>
                  <a:srgbClr val="FFD54F"/>
                </a:solidFill>
              </a:rPr>
              <a:t>Caso 2: KeyError em Dict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API retorna JSON sem campo esperado
→ Conditional breakpoint: key not in data
→ Verificar response.status_code
→ Usar dict.get() com default</a:t>
            </a:r>
          </a:p>
        </p:txBody>
      </p:sp>
      <p:sp>
        <p:nvSpPr>
          <p:cNvPr id="62" name="Case2"/>
          <p:cNvSpPr/>
          <p:nvPr/>
        </p:nvSpPr>
        <p:spPr>
          <a:xfrm>
            <a:off x="8382000" y="1828800"/>
            <a:ext cx="3810000" cy="3352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9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400" b="1">
                <a:solidFill>
                  <a:srgbClr val="00D9FF"/>
                </a:solidFill>
              </a:rPr>
              <a:t>Caso 3: Loop Infinito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While loop nunca termina
→ Breakpoint dentro do loop
→ Watch na variável de controle
→ Step through para ver mutações</a:t>
            </a:r>
          </a:p>
        </p:txBody>
      </p:sp>
    </p:spTree>
    <p:extLst>
      <p:ext uri="{BB962C8B-B14F-4D97-AF65-F5344CB8AC3E}">
        <p14:creationId xmlns:p14="http://schemas.microsoft.com/office/powerpoint/2010/main" val="3720019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457200" y="1600200"/>
            <a:ext cx="76200" cy="1828800"/>
          </a:xfrm>
          <a:prstGeom prst="rect">
            <a:avLst/>
          </a:prstGeom>
          <a:solidFill>
            <a:srgbClr val="FF6B6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Num"/>
          <p:cNvSpPr/>
          <p:nvPr/>
        </p:nvSpPr>
        <p:spPr>
          <a:xfrm>
            <a:off x="685800" y="1524000"/>
            <a:ext cx="1828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5400" b="1">
                <a:solidFill>
                  <a:srgbClr val="FF6B6B">
                    <a:alpha val="30000"/>
                  </a:srgbClr>
                </a:solidFill>
              </a:rPr>
              <a:t>03</a:t>
            </a:r>
          </a:p>
        </p:txBody>
      </p:sp>
      <p:sp>
        <p:nvSpPr>
          <p:cNvPr id="12" name="Title"/>
          <p:cNvSpPr/>
          <p:nvPr/>
        </p:nvSpPr>
        <p:spPr>
          <a:xfrm>
            <a:off x="685800" y="2133600"/>
            <a:ext cx="731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3200" b="1">
                <a:solidFill>
                  <a:srgbClr val="F0F0F0"/>
                </a:solidFill>
              </a:rPr>
              <a:t>Debug com ESP32</a:t>
            </a:r>
          </a:p>
        </p:txBody>
      </p:sp>
      <p:sp>
        <p:nvSpPr>
          <p:cNvPr id="13" name="Desc"/>
          <p:cNvSpPr/>
          <p:nvPr/>
        </p:nvSpPr>
        <p:spPr>
          <a:xfrm>
            <a:off x="685800" y="2819400"/>
            <a:ext cx="731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1800">
                <a:solidFill>
                  <a:srgbClr val="B0BEC5"/>
                </a:solidFill>
              </a:rPr>
              <a:t>Serial, JTAG, USB nativo e configuração completa</a:t>
            </a:r>
          </a:p>
        </p:txBody>
      </p:sp>
      <p:sp>
        <p:nvSpPr>
          <p:cNvPr id="14" name="D1"/>
          <p:cNvSpPr/>
          <p:nvPr/>
        </p:nvSpPr>
        <p:spPr>
          <a:xfrm>
            <a:off x="8686800" y="762000"/>
            <a:ext cx="2286000" cy="2286000"/>
          </a:xfrm>
          <a:prstGeom prst="ellipse">
            <a:avLst/>
          </a:prstGeom>
          <a:solidFill>
            <a:srgbClr val="FF6B6B">
              <a:alpha val="8000"/>
            </a:srgbClr>
          </a:solidFill>
          <a:ln w="19050">
            <a:solidFill>
              <a:srgbClr val="FF6B6B">
                <a:alpha val="25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D2"/>
          <p:cNvSpPr/>
          <p:nvPr/>
        </p:nvSpPr>
        <p:spPr>
          <a:xfrm>
            <a:off x="9601200" y="2743200"/>
            <a:ext cx="1524000" cy="1524000"/>
          </a:xfrm>
          <a:prstGeom prst="ellipse">
            <a:avLst/>
          </a:prstGeom>
          <a:solidFill>
            <a:srgbClr val="00D9FF">
              <a:alpha val="6000"/>
            </a:srgbClr>
          </a:solidFill>
          <a:ln w="19050">
            <a:solidFill>
              <a:srgbClr val="00D9FF">
                <a:alpha val="2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P0"/>
          <p:cNvSpPr/>
          <p:nvPr/>
        </p:nvSpPr>
        <p:spPr>
          <a:xfrm>
            <a:off x="6858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FF6B6B"/>
                </a:solidFill>
              </a:rPr>
              <a:t>Serial</a:t>
            </a:r>
          </a:p>
        </p:txBody>
      </p:sp>
      <p:sp>
        <p:nvSpPr>
          <p:cNvPr id="21" name="P1"/>
          <p:cNvSpPr/>
          <p:nvPr/>
        </p:nvSpPr>
        <p:spPr>
          <a:xfrm>
            <a:off x="2286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00D9FF">
              <a:alpha val="12000"/>
            </a:srgbClr>
          </a:solidFill>
          <a:ln w="12700">
            <a:solidFill>
              <a:srgbClr val="00D9F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00D9FF"/>
                </a:solidFill>
              </a:rPr>
              <a:t>JTAG</a:t>
            </a:r>
          </a:p>
        </p:txBody>
      </p:sp>
      <p:sp>
        <p:nvSpPr>
          <p:cNvPr id="22" name="P2"/>
          <p:cNvSpPr/>
          <p:nvPr/>
        </p:nvSpPr>
        <p:spPr>
          <a:xfrm>
            <a:off x="3810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00E676">
              <a:alpha val="12000"/>
            </a:srgbClr>
          </a:solidFill>
          <a:ln w="12700">
            <a:solidFill>
              <a:srgbClr val="00E676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00E676"/>
                </a:solidFill>
              </a:rPr>
              <a:t>USB Nativo</a:t>
            </a:r>
          </a:p>
        </p:txBody>
      </p:sp>
      <p:sp>
        <p:nvSpPr>
          <p:cNvPr id="23" name="P3"/>
          <p:cNvSpPr/>
          <p:nvPr/>
        </p:nvSpPr>
        <p:spPr>
          <a:xfrm>
            <a:off x="5334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7C4DFF">
              <a:alpha val="12000"/>
            </a:srgbClr>
          </a:solidFill>
          <a:ln w="12700">
            <a:solidFill>
              <a:srgbClr val="7C4DF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7C4DFF"/>
                </a:solidFill>
              </a:rPr>
              <a:t>PlatformIO</a:t>
            </a:r>
          </a:p>
        </p:txBody>
      </p:sp>
      <p:sp>
        <p:nvSpPr>
          <p:cNvPr id="24" name="P4"/>
          <p:cNvSpPr/>
          <p:nvPr/>
        </p:nvSpPr>
        <p:spPr>
          <a:xfrm>
            <a:off x="6858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FFD54F">
              <a:alpha val="12000"/>
            </a:srgbClr>
          </a:solidFill>
          <a:ln w="12700">
            <a:solidFill>
              <a:srgbClr val="FFD54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FFD54F"/>
                </a:solidFill>
              </a:rPr>
              <a:t>ESP-IDF</a:t>
            </a:r>
          </a:p>
        </p:txBody>
      </p:sp>
    </p:spTree>
    <p:extLst>
      <p:ext uri="{BB962C8B-B14F-4D97-AF65-F5344CB8AC3E}">
        <p14:creationId xmlns:p14="http://schemas.microsoft.com/office/powerpoint/2010/main" val="12536446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F6B6B"/>
                </a:solidFill>
              </a:rPr>
              <a:t>Serial Monitor</a:t>
            </a:r>
            <a:r>
              <a:rPr lang="pt-BR" sz="2400" b="1">
                <a:solidFill>
                  <a:srgbClr val="F0F0F0"/>
                </a:solidFill>
              </a:rPr>
              <a:t> vs </a:t>
            </a:r>
            <a:r>
              <a:rPr lang="pt-BR" sz="2400" b="1">
                <a:solidFill>
                  <a:srgbClr val="00D9FF"/>
                </a:solidFill>
              </a:rPr>
              <a:t>JTAG Debug</a:t>
            </a:r>
          </a:p>
        </p:txBody>
      </p:sp>
      <p:sp>
        <p:nvSpPr>
          <p:cNvPr id="20" name="SerialPanel"/>
          <p:cNvSpPr/>
          <p:nvPr/>
        </p:nvSpPr>
        <p:spPr>
          <a:xfrm>
            <a:off x="457200" y="838200"/>
            <a:ext cx="5638800" cy="3429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800" b="1">
                <a:solidFill>
                  <a:srgbClr val="FF6B6B"/>
                </a:solidFill>
              </a:rPr>
              <a:t>📡 Debug via Serial (printf-style)</a:t>
            </a:r>
          </a:p>
          <a:p>
            <a:pPr algn="l">
              <a:buNone/>
            </a:pPr>
            <a:endParaRPr lang="pt-BR" sz="400"/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Sem hardware adicional — usa UART nativo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Baseado em Serial.println()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Não para a execução do programa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Impacta timing — pode mascarar bugs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Sem inspeção de memória/registradores</a:t>
            </a:r>
          </a:p>
          <a:p>
            <a:pPr algn="l">
              <a:buNone/>
            </a:pPr>
            <a:endParaRPr lang="pt-BR" sz="600"/>
          </a:p>
          <a:p>
            <a:pPr algn="l">
              <a:buNone/>
            </a:pPr>
            <a:r>
              <a:rPr lang="pt-BR" sz="1200" b="1">
                <a:solidFill>
                  <a:srgbClr val="FFD54F"/>
                </a:solidFill>
              </a:rPr>
              <a:t>Ideal para: prototipagem rápida, logs simples</a:t>
            </a:r>
          </a:p>
        </p:txBody>
      </p:sp>
      <p:sp>
        <p:nvSpPr>
          <p:cNvPr id="30" name="JTAGPanel"/>
          <p:cNvSpPr/>
          <p:nvPr/>
        </p:nvSpPr>
        <p:spPr>
          <a:xfrm>
            <a:off x="6248400" y="838200"/>
            <a:ext cx="5638800" cy="3429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9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800" b="1">
                <a:solidFill>
                  <a:srgbClr val="00D9FF"/>
                </a:solidFill>
              </a:rPr>
              <a:t>🔌 Debug Real via JTAG/SWD</a:t>
            </a:r>
          </a:p>
          <a:p>
            <a:pPr algn="l">
              <a:buNone/>
            </a:pPr>
            <a:endParaRPr lang="pt-BR" sz="400"/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Breakpoints reais — pausa o processador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Step-through de código C/C++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Inspeção de memória e registradores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Watch expressions em tempo real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Requer hardware: FTDI ou adapter JTAG</a:t>
            </a:r>
          </a:p>
          <a:p>
            <a:pPr algn="l">
              <a:buNone/>
            </a:pPr>
            <a:endParaRPr lang="pt-BR" sz="600"/>
          </a:p>
          <a:p>
            <a:pPr algn="l">
              <a:buNone/>
            </a:pPr>
            <a:r>
              <a:rPr lang="pt-BR" sz="1200" b="1">
                <a:solidFill>
                  <a:srgbClr val="00E676"/>
                </a:solidFill>
              </a:rPr>
              <a:t>Ideal para: bugs complexos, timing, produção</a:t>
            </a:r>
          </a:p>
        </p:txBody>
      </p:sp>
      <p:sp>
        <p:nvSpPr>
          <p:cNvPr id="40" name="HWCard"/>
          <p:cNvSpPr/>
          <p:nvPr/>
        </p:nvSpPr>
        <p:spPr>
          <a:xfrm>
            <a:off x="457200" y="4419600"/>
            <a:ext cx="11430000" cy="685800"/>
          </a:xfrm>
          <a:prstGeom prst="roundRect">
            <a:avLst>
              <a:gd name="adj" fmla="val 8000"/>
            </a:avLst>
          </a:prstGeom>
          <a:solidFill>
            <a:srgbClr val="16213E"/>
          </a:solidFill>
          <a:ln w="19050">
            <a:solidFill>
              <a:srgbClr val="FFD54F">
                <a:alpha val="40000"/>
              </a:srgbClr>
            </a:solidFill>
          </a:ln>
        </p:spPr>
        <p:txBody>
          <a:bodyPr lIns="180000" tIns="72000" rIns="180000" bIns="72000" anchor="ctr"/>
          <a:lstStyle/>
          <a:p>
            <a:pPr algn="l">
              <a:buNone/>
            </a:pPr>
            <a:r>
              <a:rPr lang="pt-BR" sz="1400" b="1">
                <a:solidFill>
                  <a:srgbClr val="FFD54F"/>
                </a:solidFill>
              </a:rPr>
              <a:t>⚡ Hardware para JTAG no ESP32 tradicional:  </a:t>
            </a:r>
            <a:r>
              <a:rPr lang="pt-BR" sz="1200">
                <a:solidFill>
                  <a:srgbClr val="B0BEC5"/>
                </a:solidFill>
              </a:rPr>
              <a:t>ESP-Prog (oficial Espressif)  |  FTDI FT2232HL  |  J-Link EDU Mini  |  Olimex ARM-USB-OCD-H</a:t>
            </a:r>
          </a:p>
        </p:txBody>
      </p:sp>
    </p:spTree>
    <p:extLst>
      <p:ext uri="{BB962C8B-B14F-4D97-AF65-F5344CB8AC3E}">
        <p14:creationId xmlns:p14="http://schemas.microsoft.com/office/powerpoint/2010/main" val="26151087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0F0F0"/>
                </a:solidFill>
              </a:rPr>
              <a:t>Arquitetura de Debug — </a:t>
            </a:r>
            <a:r>
              <a:rPr lang="pt-BR" sz="2400" b="1">
                <a:solidFill>
                  <a:srgbClr val="FF6B6B"/>
                </a:solidFill>
              </a:rPr>
              <a:t>ESP32 + JTAG</a:t>
            </a:r>
          </a:p>
        </p:txBody>
      </p:sp>
      <p:sp>
        <p:nvSpPr>
          <p:cNvPr id="20" name="PC"/>
          <p:cNvSpPr/>
          <p:nvPr/>
        </p:nvSpPr>
        <p:spPr>
          <a:xfrm>
            <a:off x="457200" y="990600"/>
            <a:ext cx="2743200" cy="1676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txBody>
          <a:bodyPr lIns="108000" tIns="72000" rIns="108000" bIns="72000" anchor="t"/>
          <a:lstStyle/>
          <a:p>
            <a:pPr algn="ctr">
              <a:buNone/>
            </a:pPr>
            <a:r>
              <a:rPr lang="pt-BR" sz="1600" b="1">
                <a:solidFill>
                  <a:srgbClr val="7C4DFF"/>
                </a:solidFill>
              </a:rPr>
              <a:t>🖥 PC / VSCode</a:t>
            </a:r>
          </a:p>
          <a:p>
            <a:pPr algn="ctr">
              <a:buNone/>
            </a:pPr>
            <a:endParaRPr lang="pt-BR" sz="400"/>
          </a:p>
          <a:p>
            <a:pPr algn="l">
              <a:buNone/>
            </a:pPr>
            <a:r>
              <a:rPr lang="pt-BR" sz="1100">
                <a:solidFill>
                  <a:srgbClr val="B0BEC5"/>
                </a:solidFill>
              </a:rPr>
              <a:t>GDB Client</a:t>
            </a:r>
          </a:p>
          <a:p>
            <a:pPr algn="l">
              <a:buNone/>
            </a:pPr>
            <a:r>
              <a:rPr lang="pt-BR" sz="1100">
                <a:solidFill>
                  <a:srgbClr val="B0BEC5"/>
                </a:solidFill>
              </a:rPr>
              <a:t>PlatformIO / ESP-IDF</a:t>
            </a:r>
          </a:p>
          <a:p>
            <a:pPr algn="l">
              <a:buNone/>
            </a:pPr>
            <a:r>
              <a:rPr lang="pt-BR" sz="1100">
                <a:solidFill>
                  <a:srgbClr val="B0BEC5"/>
                </a:solidFill>
              </a:rPr>
              <a:t>OpenOCD Server</a:t>
            </a:r>
          </a:p>
        </p:txBody>
      </p:sp>
      <p:sp>
        <p:nvSpPr>
          <p:cNvPr id="21" name="Arr1"/>
          <p:cNvSpPr/>
          <p:nvPr/>
        </p:nvSpPr>
        <p:spPr>
          <a:xfrm>
            <a:off x="3352800" y="1752600"/>
            <a:ext cx="914400" cy="152400"/>
          </a:xfrm>
          <a:prstGeom prst="rightArrow">
            <a:avLst/>
          </a:prstGeom>
          <a:solidFill>
            <a:srgbClr val="00D9FF">
              <a:alpha val="60000"/>
            </a:srgbClr>
          </a:solidFill>
          <a:ln w="0">
            <a:noFill/>
          </a:ln>
        </p:spPr>
        <p:txBody>
          <a:bodyPr lIns="36000" tIns="0" rIns="36000" bIns="0" anchor="ctr"/>
          <a:lstStyle/>
          <a:p>
            <a:pPr algn="ctr"/>
            <a:r>
              <a:rPr lang="pt-BR" sz="900" b="1">
                <a:solidFill>
                  <a:srgbClr val="F0F0F0"/>
                </a:solidFill>
              </a:rPr>
              <a:t>USB</a:t>
            </a:r>
          </a:p>
        </p:txBody>
      </p:sp>
      <p:sp>
        <p:nvSpPr>
          <p:cNvPr id="22" name="Adapter"/>
          <p:cNvSpPr/>
          <p:nvPr/>
        </p:nvSpPr>
        <p:spPr>
          <a:xfrm>
            <a:off x="4419600" y="990600"/>
            <a:ext cx="2743200" cy="1676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9FF"/>
            </a:solidFill>
          </a:ln>
        </p:spPr>
        <p:txBody>
          <a:bodyPr lIns="108000" tIns="72000" rIns="108000" bIns="72000" anchor="t"/>
          <a:lstStyle/>
          <a:p>
            <a:pPr algn="ctr">
              <a:buNone/>
            </a:pPr>
            <a:r>
              <a:rPr lang="pt-BR" sz="1600" b="1">
                <a:solidFill>
                  <a:srgbClr val="00D9FF"/>
                </a:solidFill>
              </a:rPr>
              <a:t>🔌 JTAG Adapter</a:t>
            </a:r>
          </a:p>
          <a:p>
            <a:pPr algn="ctr">
              <a:buNone/>
            </a:pPr>
            <a:endParaRPr lang="pt-BR" sz="400"/>
          </a:p>
          <a:p>
            <a:pPr algn="l">
              <a:buNone/>
            </a:pPr>
            <a:r>
              <a:rPr lang="pt-BR" sz="1100">
                <a:solidFill>
                  <a:srgbClr val="B0BEC5"/>
                </a:solidFill>
              </a:rPr>
              <a:t>ESP-Prog / FTDI</a:t>
            </a:r>
          </a:p>
          <a:p>
            <a:pPr algn="l">
              <a:buNone/>
            </a:pPr>
            <a:r>
              <a:rPr lang="pt-BR" sz="1100">
                <a:solidFill>
                  <a:srgbClr val="B0BEC5"/>
                </a:solidFill>
              </a:rPr>
              <a:t>Converte USB → JTAG</a:t>
            </a:r>
          </a:p>
          <a:p>
            <a:pPr algn="l">
              <a:buNone/>
            </a:pPr>
            <a:r>
              <a:rPr lang="pt-BR" sz="1100">
                <a:solidFill>
                  <a:srgbClr val="B0BEC5"/>
                </a:solidFill>
              </a:rPr>
              <a:t>Protocolo: IEEE 1149.1</a:t>
            </a:r>
          </a:p>
        </p:txBody>
      </p:sp>
      <p:sp>
        <p:nvSpPr>
          <p:cNvPr id="23" name="Arr2"/>
          <p:cNvSpPr/>
          <p:nvPr/>
        </p:nvSpPr>
        <p:spPr>
          <a:xfrm>
            <a:off x="7315200" y="1752600"/>
            <a:ext cx="914400" cy="152400"/>
          </a:xfrm>
          <a:prstGeom prst="rightArrow">
            <a:avLst/>
          </a:prstGeom>
          <a:solidFill>
            <a:srgbClr val="00E676">
              <a:alpha val="60000"/>
            </a:srgbClr>
          </a:solidFill>
          <a:ln w="0">
            <a:noFill/>
          </a:ln>
        </p:spPr>
        <p:txBody>
          <a:bodyPr lIns="36000" tIns="0" rIns="36000" bIns="0" anchor="ctr"/>
          <a:lstStyle/>
          <a:p>
            <a:pPr algn="ctr"/>
            <a:r>
              <a:rPr lang="pt-BR" sz="900" b="1">
                <a:solidFill>
                  <a:srgbClr val="F0F0F0"/>
                </a:solidFill>
              </a:rPr>
              <a:t>JTAG</a:t>
            </a:r>
          </a:p>
        </p:txBody>
      </p:sp>
      <p:sp>
        <p:nvSpPr>
          <p:cNvPr id="24" name="ESP32"/>
          <p:cNvSpPr/>
          <p:nvPr/>
        </p:nvSpPr>
        <p:spPr>
          <a:xfrm>
            <a:off x="8382000" y="990600"/>
            <a:ext cx="2743200" cy="16764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6B6B"/>
            </a:solidFill>
          </a:ln>
        </p:spPr>
        <p:txBody>
          <a:bodyPr lIns="108000" tIns="72000" rIns="108000" bIns="72000" anchor="t"/>
          <a:lstStyle/>
          <a:p>
            <a:pPr algn="ctr">
              <a:buNone/>
            </a:pPr>
            <a:r>
              <a:rPr lang="pt-BR" sz="1600" b="1">
                <a:solidFill>
                  <a:srgbClr val="FF6B6B"/>
                </a:solidFill>
              </a:rPr>
              <a:t>⚙ ESP32</a:t>
            </a:r>
          </a:p>
          <a:p>
            <a:pPr algn="ctr">
              <a:buNone/>
            </a:pPr>
            <a:endParaRPr lang="pt-BR" sz="400"/>
          </a:p>
          <a:p>
            <a:pPr algn="l">
              <a:buNone/>
            </a:pPr>
            <a:r>
              <a:rPr lang="pt-BR" sz="1100">
                <a:solidFill>
                  <a:srgbClr val="B0BEC5"/>
                </a:solidFill>
              </a:rPr>
              <a:t>CPU Xtensa/RISC-V</a:t>
            </a:r>
          </a:p>
          <a:p>
            <a:pPr algn="l">
              <a:buNone/>
            </a:pPr>
            <a:r>
              <a:rPr lang="pt-BR" sz="1100">
                <a:solidFill>
                  <a:srgbClr val="B0BEC5"/>
                </a:solidFill>
              </a:rPr>
              <a:t>On-Chip Debug Module</a:t>
            </a:r>
          </a:p>
          <a:p>
            <a:pPr algn="l">
              <a:buNone/>
            </a:pPr>
            <a:r>
              <a:rPr lang="pt-BR" sz="1100">
                <a:solidFill>
                  <a:srgbClr val="B0BEC5"/>
                </a:solidFill>
              </a:rPr>
              <a:t>2 hardware breakpoints</a:t>
            </a:r>
          </a:p>
        </p:txBody>
      </p:sp>
      <p:sp>
        <p:nvSpPr>
          <p:cNvPr id="30" name="Pinout"/>
          <p:cNvSpPr/>
          <p:nvPr/>
        </p:nvSpPr>
        <p:spPr>
          <a:xfrm>
            <a:off x="457200" y="28956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FFD54F">
                <a:alpha val="40000"/>
              </a:srgbClr>
            </a:solidFill>
          </a:ln>
        </p:spPr>
        <p:txBody>
          <a:bodyPr lIns="144000" tIns="108000" rIns="144000" bIns="72000" anchor="t"/>
          <a:lstStyle/>
          <a:p>
            <a:pPr algn="l">
              <a:buNone/>
            </a:pPr>
            <a:r>
              <a:rPr lang="pt-BR" sz="1400" b="1">
                <a:solidFill>
                  <a:srgbClr val="FFD54F"/>
                </a:solidFill>
              </a:rPr>
              <a:t>📌 JTAG Pinout — ESP32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00D9FF"/>
                </a:solidFill>
                <a:latin typeface="Consolas"/>
              </a:rPr>
              <a:t>TDI  → GPIO12    </a:t>
            </a:r>
            <a:r>
              <a:rPr lang="pt-BR" sz="1200">
                <a:solidFill>
                  <a:srgbClr val="B0BEC5"/>
                </a:solidFill>
              </a:rPr>
              <a:t>(Test Data In)</a:t>
            </a:r>
          </a:p>
          <a:p>
            <a:pPr algn="l">
              <a:buNone/>
            </a:pPr>
            <a:r>
              <a:rPr lang="pt-BR" sz="1200">
                <a:solidFill>
                  <a:srgbClr val="00D9FF"/>
                </a:solidFill>
                <a:latin typeface="Consolas"/>
              </a:rPr>
              <a:t>TDO  → GPIO15    </a:t>
            </a:r>
            <a:r>
              <a:rPr lang="pt-BR" sz="1200">
                <a:solidFill>
                  <a:srgbClr val="B0BEC5"/>
                </a:solidFill>
              </a:rPr>
              <a:t>(Test Data Out)</a:t>
            </a:r>
          </a:p>
          <a:p>
            <a:pPr algn="l">
              <a:buNone/>
            </a:pPr>
            <a:r>
              <a:rPr lang="pt-BR" sz="1200">
                <a:solidFill>
                  <a:srgbClr val="00D9FF"/>
                </a:solidFill>
                <a:latin typeface="Consolas"/>
              </a:rPr>
              <a:t>TCK  → GPIO13    </a:t>
            </a:r>
            <a:r>
              <a:rPr lang="pt-BR" sz="1200">
                <a:solidFill>
                  <a:srgbClr val="B0BEC5"/>
                </a:solidFill>
              </a:rPr>
              <a:t>(Test Clock)</a:t>
            </a:r>
          </a:p>
          <a:p>
            <a:pPr algn="l">
              <a:buNone/>
            </a:pPr>
            <a:r>
              <a:rPr lang="pt-BR" sz="1200">
                <a:solidFill>
                  <a:srgbClr val="00D9FF"/>
                </a:solidFill>
                <a:latin typeface="Consolas"/>
              </a:rPr>
              <a:t>TMS  → GPIO14    </a:t>
            </a:r>
            <a:r>
              <a:rPr lang="pt-BR" sz="1200">
                <a:solidFill>
                  <a:srgbClr val="B0BEC5"/>
                </a:solidFill>
              </a:rPr>
              <a:t>(Test Mode Select)</a:t>
            </a:r>
          </a:p>
        </p:txBody>
      </p:sp>
      <p:sp>
        <p:nvSpPr>
          <p:cNvPr id="31" name="Stack"/>
          <p:cNvSpPr/>
          <p:nvPr/>
        </p:nvSpPr>
        <p:spPr>
          <a:xfrm>
            <a:off x="6096000" y="2895600"/>
            <a:ext cx="5638800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2700">
            <a:solidFill>
              <a:srgbClr val="00E676">
                <a:alpha val="40000"/>
              </a:srgbClr>
            </a:solidFill>
          </a:ln>
        </p:spPr>
        <p:txBody>
          <a:bodyPr lIns="144000" tIns="108000" rIns="144000" bIns="72000" anchor="t"/>
          <a:lstStyle/>
          <a:p>
            <a:pPr algn="l">
              <a:buNone/>
            </a:pPr>
            <a:r>
              <a:rPr lang="pt-BR" sz="1400" b="1">
                <a:solidFill>
                  <a:srgbClr val="00E676"/>
                </a:solidFill>
              </a:rPr>
              <a:t>🔧 Stack de Software</a:t>
            </a:r>
          </a:p>
          <a:p>
            <a:pPr algn="l">
              <a:buNone/>
            </a:pPr>
            <a:endParaRPr lang="pt-BR" sz="400"/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VSCode + PlatformIO Extension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GDB (xtensa-esp32-elf-gdb)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OpenOCD (bridge GDB ↔ JTAG)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ESP-IDF / Arduino Framework</a:t>
            </a:r>
          </a:p>
          <a:p>
            <a:pPr marL="228600" indent="-228600" algn="l">
              <a:buFont typeface="Arial"/>
              <a:buChar char="▸"/>
            </a:pPr>
            <a:r>
              <a:rPr lang="pt-BR" sz="1200">
                <a:solidFill>
                  <a:srgbClr val="F0F0F0"/>
                </a:solidFill>
              </a:rPr>
              <a:t>FreeRTOS task-aware debugging</a:t>
            </a:r>
          </a:p>
        </p:txBody>
      </p:sp>
    </p:spTree>
    <p:extLst>
      <p:ext uri="{BB962C8B-B14F-4D97-AF65-F5344CB8AC3E}">
        <p14:creationId xmlns:p14="http://schemas.microsoft.com/office/powerpoint/2010/main" val="48293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00E676"/>
                </a:solidFill>
              </a:rPr>
              <a:t>ESP32-S3 / C3</a:t>
            </a:r>
            <a:r>
              <a:rPr lang="pt-BR" sz="2400" b="1">
                <a:solidFill>
                  <a:srgbClr val="F0F0F0"/>
                </a:solidFill>
              </a:rPr>
              <a:t> — Debug sem Hardware Externo</a:t>
            </a:r>
          </a:p>
        </p:txBody>
      </p:sp>
      <p:sp>
        <p:nvSpPr>
          <p:cNvPr id="11" name="Insight"/>
          <p:cNvSpPr/>
          <p:nvPr/>
        </p:nvSpPr>
        <p:spPr>
          <a:xfrm>
            <a:off x="457200" y="762000"/>
            <a:ext cx="11277600" cy="533400"/>
          </a:xfrm>
          <a:prstGeom prst="roundRect">
            <a:avLst>
              <a:gd name="adj" fmla="val 16667"/>
            </a:avLst>
          </a:prstGeom>
          <a:solidFill>
            <a:srgbClr val="00E676">
              <a:alpha val="12000"/>
            </a:srgbClr>
          </a:solidFill>
          <a:ln w="12700">
            <a:solidFill>
              <a:srgbClr val="00E676">
                <a:alpha val="50000"/>
              </a:srgbClr>
            </a:solidFill>
          </a:ln>
        </p:spPr>
        <p:txBody>
          <a:bodyPr lIns="180000" tIns="36000" rIns="180000" bIns="36000" anchor="ctr"/>
          <a:lstStyle/>
          <a:p>
            <a:pPr algn="ctr"/>
            <a:r>
              <a:rPr lang="pt-BR" sz="1400" b="1">
                <a:solidFill>
                  <a:srgbClr val="00E676"/>
                </a:solidFill>
              </a:rPr>
              <a:t>🚀 USB nativo integrado = JTAG via cabo USB — sem adaptador externo!</a:t>
            </a:r>
          </a:p>
        </p:txBody>
      </p:sp>
      <p:sp>
        <p:nvSpPr>
          <p:cNvPr id="20" name="Chip0"/>
          <p:cNvSpPr/>
          <p:nvPr/>
        </p:nvSpPr>
        <p:spPr>
          <a:xfrm>
            <a:off x="457200" y="1447800"/>
            <a:ext cx="5486400" cy="2133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D9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800" b="1">
                <a:solidFill>
                  <a:srgbClr val="00D9FF"/>
                </a:solidFill>
              </a:rPr>
              <a:t>ESP32-S3</a:t>
            </a:r>
          </a:p>
          <a:p>
            <a:pPr algn="l">
              <a:buNone/>
            </a:pPr>
            <a:r>
              <a:rPr lang="pt-BR" sz="1100">
                <a:solidFill>
                  <a:srgbClr val="FFD54F"/>
                </a:solidFill>
              </a:rPr>
              <a:t>Xtensa LX7 (Dual-Core)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USB OTG nativo
Wi-Fi + BLE 5.0
Até 16MB Flash
AI acceleration (vector)</a:t>
            </a:r>
          </a:p>
        </p:txBody>
      </p:sp>
      <p:sp>
        <p:nvSpPr>
          <p:cNvPr id="21" name="Chip1"/>
          <p:cNvSpPr/>
          <p:nvPr/>
        </p:nvSpPr>
        <p:spPr>
          <a:xfrm>
            <a:off x="6172200" y="1447800"/>
            <a:ext cx="5486400" cy="2133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800" b="1">
                <a:solidFill>
                  <a:srgbClr val="7C4DFF"/>
                </a:solidFill>
              </a:rPr>
              <a:t>ESP32-C3</a:t>
            </a:r>
          </a:p>
          <a:p>
            <a:pPr algn="l">
              <a:buNone/>
            </a:pPr>
            <a:r>
              <a:rPr lang="pt-BR" sz="1100">
                <a:solidFill>
                  <a:srgbClr val="FFD54F"/>
                </a:solidFill>
              </a:rPr>
              <a:t>RISC-V (Single-Core)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USB Serial/JTAG nativo
Wi-Fi + BLE 5.0
Até 4MB Flash
Menor custo e consumo</a:t>
            </a:r>
          </a:p>
        </p:txBody>
      </p:sp>
      <p:sp>
        <p:nvSpPr>
          <p:cNvPr id="30" name="ConfigTitle"/>
          <p:cNvSpPr/>
          <p:nvPr/>
        </p:nvSpPr>
        <p:spPr>
          <a:xfrm>
            <a:off x="457200" y="373380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1600" b="1">
                <a:solidFill>
                  <a:srgbClr val="F0F0F0"/>
                </a:solidFill>
              </a:rPr>
              <a:t>Fluxo de Configuração</a:t>
            </a:r>
          </a:p>
        </p:txBody>
      </p:sp>
      <p:sp>
        <p:nvSpPr>
          <p:cNvPr id="40" name="CStep0"/>
          <p:cNvSpPr/>
          <p:nvPr/>
        </p:nvSpPr>
        <p:spPr>
          <a:xfrm>
            <a:off x="457200" y="4191000"/>
            <a:ext cx="2057400" cy="762000"/>
          </a:xfrm>
          <a:prstGeom prst="roundRect">
            <a:avLst>
              <a:gd name="adj" fmla="val 10000"/>
            </a:avLst>
          </a:prstGeom>
          <a:solidFill>
            <a:srgbClr val="FF6B6B">
              <a:alpha val="15000"/>
            </a:srgbClr>
          </a:solidFill>
          <a:ln w="12700">
            <a:solidFill>
              <a:srgbClr val="FF6B6B"/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 b="1">
                <a:solidFill>
                  <a:srgbClr val="F0F0F0"/>
                </a:solidFill>
              </a:rPr>
              <a:t>1. Instalar
ESP-IDF/PIO</a:t>
            </a:r>
          </a:p>
        </p:txBody>
      </p:sp>
      <p:sp>
        <p:nvSpPr>
          <p:cNvPr id="50" name="CArr0"/>
          <p:cNvSpPr/>
          <p:nvPr/>
        </p:nvSpPr>
        <p:spPr>
          <a:xfrm>
            <a:off x="2514600" y="4533900"/>
            <a:ext cx="152400" cy="76200"/>
          </a:xfrm>
          <a:prstGeom prst="rightArrow">
            <a:avLst/>
          </a:prstGeom>
          <a:solidFill>
            <a:srgbClr val="00D9FF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" name="CStep1"/>
          <p:cNvSpPr/>
          <p:nvPr/>
        </p:nvSpPr>
        <p:spPr>
          <a:xfrm>
            <a:off x="2667000" y="4191000"/>
            <a:ext cx="2057400" cy="762000"/>
          </a:xfrm>
          <a:prstGeom prst="roundRect">
            <a:avLst>
              <a:gd name="adj" fmla="val 10000"/>
            </a:avLst>
          </a:prstGeom>
          <a:solidFill>
            <a:srgbClr val="FFD54F">
              <a:alpha val="15000"/>
            </a:srgbClr>
          </a:solidFill>
          <a:ln w="12700">
            <a:solidFill>
              <a:srgbClr val="FFD54F"/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 b="1">
                <a:solidFill>
                  <a:srgbClr val="F0F0F0"/>
                </a:solidFill>
              </a:rPr>
              <a:t>2. Selecionar
board S3/C3</a:t>
            </a:r>
          </a:p>
        </p:txBody>
      </p:sp>
      <p:sp>
        <p:nvSpPr>
          <p:cNvPr id="51" name="CArr1"/>
          <p:cNvSpPr/>
          <p:nvPr/>
        </p:nvSpPr>
        <p:spPr>
          <a:xfrm>
            <a:off x="4724400" y="4533900"/>
            <a:ext cx="152400" cy="76200"/>
          </a:xfrm>
          <a:prstGeom prst="rightArrow">
            <a:avLst/>
          </a:prstGeom>
          <a:solidFill>
            <a:srgbClr val="00D9FF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" name="CStep2"/>
          <p:cNvSpPr/>
          <p:nvPr/>
        </p:nvSpPr>
        <p:spPr>
          <a:xfrm>
            <a:off x="4876800" y="4191000"/>
            <a:ext cx="2057400" cy="762000"/>
          </a:xfrm>
          <a:prstGeom prst="roundRect">
            <a:avLst>
              <a:gd name="adj" fmla="val 10000"/>
            </a:avLst>
          </a:prstGeom>
          <a:solidFill>
            <a:srgbClr val="00D9FF">
              <a:alpha val="15000"/>
            </a:srgbClr>
          </a:solidFill>
          <a:ln w="12700">
            <a:solidFill>
              <a:srgbClr val="00D9FF"/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 b="1">
                <a:solidFill>
                  <a:srgbClr val="F0F0F0"/>
                </a:solidFill>
              </a:rPr>
              <a:t>3. Conectar
via USB</a:t>
            </a:r>
          </a:p>
        </p:txBody>
      </p:sp>
      <p:sp>
        <p:nvSpPr>
          <p:cNvPr id="52" name="CArr2"/>
          <p:cNvSpPr/>
          <p:nvPr/>
        </p:nvSpPr>
        <p:spPr>
          <a:xfrm>
            <a:off x="6934200" y="4533900"/>
            <a:ext cx="152400" cy="76200"/>
          </a:xfrm>
          <a:prstGeom prst="rightArrow">
            <a:avLst/>
          </a:prstGeom>
          <a:solidFill>
            <a:srgbClr val="00D9FF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3" name="CStep3"/>
          <p:cNvSpPr/>
          <p:nvPr/>
        </p:nvSpPr>
        <p:spPr>
          <a:xfrm>
            <a:off x="7086600" y="4191000"/>
            <a:ext cx="2057400" cy="762000"/>
          </a:xfrm>
          <a:prstGeom prst="roundRect">
            <a:avLst>
              <a:gd name="adj" fmla="val 10000"/>
            </a:avLst>
          </a:prstGeom>
          <a:solidFill>
            <a:srgbClr val="7C4DFF">
              <a:alpha val="15000"/>
            </a:srgbClr>
          </a:solidFill>
          <a:ln w="12700">
            <a:solidFill>
              <a:srgbClr val="7C4DFF"/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 b="1">
                <a:solidFill>
                  <a:srgbClr val="F0F0F0"/>
                </a:solidFill>
              </a:rPr>
              <a:t>4. Configurar
OpenOCD</a:t>
            </a:r>
          </a:p>
        </p:txBody>
      </p:sp>
      <p:sp>
        <p:nvSpPr>
          <p:cNvPr id="53" name="CArr3"/>
          <p:cNvSpPr/>
          <p:nvPr/>
        </p:nvSpPr>
        <p:spPr>
          <a:xfrm>
            <a:off x="9144000" y="4533900"/>
            <a:ext cx="152400" cy="76200"/>
          </a:xfrm>
          <a:prstGeom prst="rightArrow">
            <a:avLst/>
          </a:prstGeom>
          <a:solidFill>
            <a:srgbClr val="00D9FF">
              <a:alpha val="50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4" name="CStep4"/>
          <p:cNvSpPr/>
          <p:nvPr/>
        </p:nvSpPr>
        <p:spPr>
          <a:xfrm>
            <a:off x="9296400" y="4191000"/>
            <a:ext cx="2057400" cy="762000"/>
          </a:xfrm>
          <a:prstGeom prst="roundRect">
            <a:avLst>
              <a:gd name="adj" fmla="val 10000"/>
            </a:avLst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 b="1">
                <a:solidFill>
                  <a:srgbClr val="F0F0F0"/>
                </a:solidFill>
              </a:rPr>
              <a:t>5. Debug!
F5 no VSCode</a:t>
            </a:r>
          </a:p>
        </p:txBody>
      </p:sp>
    </p:spTree>
    <p:extLst>
      <p:ext uri="{BB962C8B-B14F-4D97-AF65-F5344CB8AC3E}">
        <p14:creationId xmlns:p14="http://schemas.microsoft.com/office/powerpoint/2010/main" val="1924748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r"/>
          <p:cNvSpPr/>
          <p:nvPr/>
        </p:nvSpPr>
        <p:spPr>
          <a:xfrm>
            <a:off x="457200" y="1600200"/>
            <a:ext cx="76200" cy="1828800"/>
          </a:xfrm>
          <a:prstGeom prst="rect">
            <a:avLst/>
          </a:prstGeom>
          <a:solidFill>
            <a:srgbClr val="40C4FF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" name="Num"/>
          <p:cNvSpPr/>
          <p:nvPr/>
        </p:nvSpPr>
        <p:spPr>
          <a:xfrm>
            <a:off x="685800" y="1524000"/>
            <a:ext cx="18288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5400" b="1">
                <a:solidFill>
                  <a:srgbClr val="40C4FF">
                    <a:alpha val="30000"/>
                  </a:srgbClr>
                </a:solidFill>
              </a:rPr>
              <a:t>04</a:t>
            </a:r>
          </a:p>
        </p:txBody>
      </p:sp>
      <p:sp>
        <p:nvSpPr>
          <p:cNvPr id="12" name="Title"/>
          <p:cNvSpPr/>
          <p:nvPr/>
        </p:nvSpPr>
        <p:spPr>
          <a:xfrm>
            <a:off x="685800" y="2133600"/>
            <a:ext cx="731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3200" b="1">
                <a:solidFill>
                  <a:srgbClr val="F0F0F0"/>
                </a:solidFill>
              </a:rPr>
              <a:t>Debug no Jupyter Notebook</a:t>
            </a:r>
          </a:p>
        </p:txBody>
      </p:sp>
      <p:sp>
        <p:nvSpPr>
          <p:cNvPr id="13" name="Desc"/>
          <p:cNvSpPr/>
          <p:nvPr/>
        </p:nvSpPr>
        <p:spPr>
          <a:xfrm>
            <a:off x="685800" y="2819400"/>
            <a:ext cx="73152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/>
            <a:r>
              <a:rPr lang="pt-BR" sz="1800">
                <a:solidFill>
                  <a:srgbClr val="B0BEC5"/>
                </a:solidFill>
              </a:rPr>
              <a:t>Debug interativo, inspeção visual e ferramentas integradas</a:t>
            </a:r>
          </a:p>
        </p:txBody>
      </p:sp>
      <p:sp>
        <p:nvSpPr>
          <p:cNvPr id="14" name="D1"/>
          <p:cNvSpPr/>
          <p:nvPr/>
        </p:nvSpPr>
        <p:spPr>
          <a:xfrm>
            <a:off x="8686800" y="762000"/>
            <a:ext cx="2286000" cy="2286000"/>
          </a:xfrm>
          <a:prstGeom prst="ellipse">
            <a:avLst/>
          </a:prstGeom>
          <a:solidFill>
            <a:srgbClr val="40C4FF">
              <a:alpha val="8000"/>
            </a:srgbClr>
          </a:solidFill>
          <a:ln w="19050">
            <a:solidFill>
              <a:srgbClr val="40C4FF">
                <a:alpha val="25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5" name="D2"/>
          <p:cNvSpPr/>
          <p:nvPr/>
        </p:nvSpPr>
        <p:spPr>
          <a:xfrm>
            <a:off x="9601200" y="2743200"/>
            <a:ext cx="1524000" cy="1524000"/>
          </a:xfrm>
          <a:prstGeom prst="ellipse">
            <a:avLst/>
          </a:prstGeom>
          <a:solidFill>
            <a:srgbClr val="7C4DFF">
              <a:alpha val="6000"/>
            </a:srgbClr>
          </a:solidFill>
          <a:ln w="19050">
            <a:solidFill>
              <a:srgbClr val="7C4DFF">
                <a:alpha val="20000"/>
              </a:srgbClr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" name="P0"/>
          <p:cNvSpPr/>
          <p:nvPr/>
        </p:nvSpPr>
        <p:spPr>
          <a:xfrm>
            <a:off x="6858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40C4FF">
              <a:alpha val="12000"/>
            </a:srgbClr>
          </a:solidFill>
          <a:ln w="12700">
            <a:solidFill>
              <a:srgbClr val="40C4F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40C4FF"/>
                </a:solidFill>
              </a:rPr>
              <a:t>%debug</a:t>
            </a:r>
          </a:p>
        </p:txBody>
      </p:sp>
      <p:sp>
        <p:nvSpPr>
          <p:cNvPr id="21" name="P1"/>
          <p:cNvSpPr/>
          <p:nvPr/>
        </p:nvSpPr>
        <p:spPr>
          <a:xfrm>
            <a:off x="2286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7C4DFF">
              <a:alpha val="12000"/>
            </a:srgbClr>
          </a:solidFill>
          <a:ln w="12700">
            <a:solidFill>
              <a:srgbClr val="7C4DFF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7C4DFF"/>
                </a:solidFill>
              </a:rPr>
              <a:t>ipdb</a:t>
            </a:r>
          </a:p>
        </p:txBody>
      </p:sp>
      <p:sp>
        <p:nvSpPr>
          <p:cNvPr id="22" name="P2"/>
          <p:cNvSpPr/>
          <p:nvPr/>
        </p:nvSpPr>
        <p:spPr>
          <a:xfrm>
            <a:off x="3810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00E676">
              <a:alpha val="12000"/>
            </a:srgbClr>
          </a:solidFill>
          <a:ln w="12700">
            <a:solidFill>
              <a:srgbClr val="00E676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00E676"/>
                </a:solidFill>
              </a:rPr>
              <a:t>Visual</a:t>
            </a:r>
          </a:p>
        </p:txBody>
      </p:sp>
      <p:sp>
        <p:nvSpPr>
          <p:cNvPr id="23" name="P3"/>
          <p:cNvSpPr/>
          <p:nvPr/>
        </p:nvSpPr>
        <p:spPr>
          <a:xfrm>
            <a:off x="5334000" y="3657600"/>
            <a:ext cx="1371600" cy="381000"/>
          </a:xfrm>
          <a:prstGeom prst="roundRect">
            <a:avLst>
              <a:gd name="adj" fmla="val 50000"/>
            </a:avLst>
          </a:prstGeom>
          <a:solidFill>
            <a:srgbClr val="FF6B6B">
              <a:alpha val="12000"/>
            </a:srgbClr>
          </a:solidFill>
          <a:ln w="12700">
            <a:solidFill>
              <a:srgbClr val="FF6B6B">
                <a:alpha val="60000"/>
              </a:srgbClr>
            </a:solidFill>
          </a:ln>
        </p:spPr>
        <p:txBody>
          <a:bodyPr lIns="36000" tIns="18000" rIns="36000" bIns="18000" anchor="ctr"/>
          <a:lstStyle/>
          <a:p>
            <a:pPr algn="ctr"/>
            <a:r>
              <a:rPr lang="pt-BR" sz="1200" b="1">
                <a:solidFill>
                  <a:srgbClr val="FF6B6B"/>
                </a:solidFill>
              </a:rPr>
              <a:t>Jupyter vs IDE</a:t>
            </a:r>
          </a:p>
        </p:txBody>
      </p:sp>
    </p:spTree>
    <p:extLst>
      <p:ext uri="{BB962C8B-B14F-4D97-AF65-F5344CB8AC3E}">
        <p14:creationId xmlns:p14="http://schemas.microsoft.com/office/powerpoint/2010/main" val="396049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0F0F0"/>
                </a:solidFill>
              </a:rPr>
              <a:t>Ferramentas de Debug no </a:t>
            </a:r>
            <a:r>
              <a:rPr lang="pt-BR" sz="2400" b="1">
                <a:solidFill>
                  <a:srgbClr val="40C4FF"/>
                </a:solidFill>
              </a:rPr>
              <a:t>Jupyter</a:t>
            </a:r>
          </a:p>
        </p:txBody>
      </p:sp>
      <p:sp>
        <p:nvSpPr>
          <p:cNvPr id="20" name="Tool0"/>
          <p:cNvSpPr/>
          <p:nvPr/>
        </p:nvSpPr>
        <p:spPr>
          <a:xfrm>
            <a:off x="457200" y="838200"/>
            <a:ext cx="5486400" cy="1905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40C4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40C4FF"/>
                </a:solidFill>
              </a:rPr>
              <a:t>%debug / %pdb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Magic commands do IPython.
%debug ativa post-mortem após erro.
%pdb on ativa debugger automático.
Interface pdb no output da célula.</a:t>
            </a:r>
          </a:p>
        </p:txBody>
      </p:sp>
      <p:sp>
        <p:nvSpPr>
          <p:cNvPr id="21" name="Tool1"/>
          <p:cNvSpPr/>
          <p:nvPr/>
        </p:nvSpPr>
        <p:spPr>
          <a:xfrm>
            <a:off x="6172200" y="838200"/>
            <a:ext cx="5486400" cy="1905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7C4DFF"/>
                </a:solidFill>
              </a:rPr>
              <a:t>ipdb (IPython Debugger)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pip install ipdb
import ipdb; ipdb.set_trace()
Autocompletar e syntax highlighting.
Melhor UX que pdb padrão.</a:t>
            </a:r>
          </a:p>
        </p:txBody>
      </p:sp>
      <p:sp>
        <p:nvSpPr>
          <p:cNvPr id="22" name="Tool2"/>
          <p:cNvSpPr/>
          <p:nvPr/>
        </p:nvSpPr>
        <p:spPr>
          <a:xfrm>
            <a:off x="457200" y="2895600"/>
            <a:ext cx="5486400" cy="1905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00E676"/>
                </a:solidFill>
              </a:rPr>
              <a:t>Debugger Visual (JupyterLab)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JupyterLab 3.0+ tem debugger nativo.
Breakpoints visuais nas células.
Painel de variáveis integrado.
Xeus-python como kernel.</a:t>
            </a:r>
          </a:p>
        </p:txBody>
      </p:sp>
      <p:sp>
        <p:nvSpPr>
          <p:cNvPr id="23" name="Tool3"/>
          <p:cNvSpPr/>
          <p:nvPr/>
        </p:nvSpPr>
        <p:spPr>
          <a:xfrm>
            <a:off x="6172200" y="2895600"/>
            <a:ext cx="5486400" cy="1905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FFD54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600" b="1">
                <a:solidFill>
                  <a:srgbClr val="FFD54F"/>
                </a:solidFill>
              </a:rPr>
              <a:t>PixieDebugger</a:t>
            </a:r>
          </a:p>
          <a:p>
            <a:pPr algn="l">
              <a:buNone/>
            </a:pPr>
            <a:endParaRPr lang="pt-BR" sz="400"/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Debug visual para Jupyter clássico.
Interface gráfica com breakpoints.
Inspeção de DataFrames inline.
pip install pixiedust</a:t>
            </a:r>
          </a:p>
        </p:txBody>
      </p:sp>
    </p:spTree>
    <p:extLst>
      <p:ext uri="{BB962C8B-B14F-4D97-AF65-F5344CB8AC3E}">
        <p14:creationId xmlns:p14="http://schemas.microsoft.com/office/powerpoint/2010/main" val="1554211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2286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0F0F0"/>
                </a:solidFill>
              </a:rPr>
              <a:t>Quando usar </a:t>
            </a:r>
            <a:r>
              <a:rPr lang="pt-BR" sz="2400" b="1">
                <a:solidFill>
                  <a:srgbClr val="40C4FF"/>
                </a:solidFill>
              </a:rPr>
              <a:t>Jupyter</a:t>
            </a:r>
            <a:r>
              <a:rPr lang="pt-BR" sz="2400" b="1">
                <a:solidFill>
                  <a:srgbClr val="F0F0F0"/>
                </a:solidFill>
              </a:rPr>
              <a:t> vs </a:t>
            </a:r>
            <a:r>
              <a:rPr lang="pt-BR" sz="2400" b="1">
                <a:solidFill>
                  <a:srgbClr val="7C4DFF"/>
                </a:solidFill>
              </a:rPr>
              <a:t>IDE Tradicional</a:t>
            </a:r>
          </a:p>
        </p:txBody>
      </p:sp>
      <p:sp>
        <p:nvSpPr>
          <p:cNvPr id="20" name="JupyterPanel"/>
          <p:cNvSpPr/>
          <p:nvPr/>
        </p:nvSpPr>
        <p:spPr>
          <a:xfrm>
            <a:off x="457200" y="8382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40C4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800" b="1">
                <a:solidFill>
                  <a:srgbClr val="40C4FF"/>
                </a:solidFill>
              </a:rPr>
              <a:t>📓 Use Jupyter quando...</a:t>
            </a:r>
          </a:p>
          <a:p>
            <a:pPr algn="l">
              <a:buNone/>
            </a:pPr>
            <a:endParaRPr lang="pt-BR" sz="400"/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Exploração de dados e prototipagem rápida</a:t>
            </a:r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Visualização inline (matplotlib, seaborn)</a:t>
            </a:r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Debug célula por célula (isolamento natural)</a:t>
            </a:r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Machine Learning e Data Science</a:t>
            </a:r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Documentação junto com o código</a:t>
            </a:r>
          </a:p>
        </p:txBody>
      </p:sp>
      <p:sp>
        <p:nvSpPr>
          <p:cNvPr id="30" name="IDEPanel"/>
          <p:cNvSpPr/>
          <p:nvPr/>
        </p:nvSpPr>
        <p:spPr>
          <a:xfrm>
            <a:off x="6172200" y="8382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7C4DFF"/>
            </a:solidFill>
          </a:ln>
        </p:spPr>
        <p:txBody>
          <a:bodyPr lIns="144000" tIns="108000" rIns="144000" bIns="108000" anchor="t"/>
          <a:lstStyle/>
          <a:p>
            <a:pPr algn="l">
              <a:buNone/>
            </a:pPr>
            <a:r>
              <a:rPr lang="pt-BR" sz="1800" b="1">
                <a:solidFill>
                  <a:srgbClr val="7C4DFF"/>
                </a:solidFill>
              </a:rPr>
              <a:t>🖥 Use IDE quando...</a:t>
            </a:r>
          </a:p>
          <a:p>
            <a:pPr algn="l">
              <a:buNone/>
            </a:pPr>
            <a:endParaRPr lang="pt-BR" sz="400"/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Projetos com múltiplos arquivos e módulos</a:t>
            </a:r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Debug complexo (conditional breakpoints)</a:t>
            </a:r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Refactoring e navegação em código grande</a:t>
            </a:r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Git integrado e versionamento</a:t>
            </a:r>
          </a:p>
          <a:p>
            <a:pPr marL="228600" indent="-228600" algn="l">
              <a:buFont typeface="Arial"/>
              <a:buChar char="✓"/>
            </a:pPr>
            <a:r>
              <a:rPr lang="pt-BR" sz="1200">
                <a:solidFill>
                  <a:srgbClr val="F0F0F0"/>
                </a:solidFill>
              </a:rPr>
              <a:t>Deploy e CI/CD integrados</a:t>
            </a:r>
          </a:p>
        </p:txBody>
      </p:sp>
      <p:sp>
        <p:nvSpPr>
          <p:cNvPr id="40" name="Guide"/>
          <p:cNvSpPr/>
          <p:nvPr/>
        </p:nvSpPr>
        <p:spPr>
          <a:xfrm>
            <a:off x="457200" y="3810000"/>
            <a:ext cx="11277600" cy="13716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9050">
            <a:solidFill>
              <a:srgbClr val="00E676">
                <a:alpha val="40000"/>
              </a:srgbClr>
            </a:solidFill>
          </a:ln>
        </p:spPr>
        <p:txBody>
          <a:bodyPr lIns="180000" tIns="108000" rIns="180000" bIns="108000" anchor="ctr"/>
          <a:lstStyle/>
          <a:p>
            <a:pPr algn="l">
              <a:buNone/>
            </a:pPr>
            <a:r>
              <a:rPr lang="pt-BR" sz="1400" b="1">
                <a:solidFill>
                  <a:srgbClr val="00E676"/>
                </a:solidFill>
              </a:rPr>
              <a:t>💡 Melhor abordagem: combine os dois!</a:t>
            </a:r>
          </a:p>
          <a:p>
            <a:pPr algn="l">
              <a:buNone/>
            </a:pPr>
            <a:r>
              <a:rPr lang="pt-BR" sz="1200">
                <a:solidFill>
                  <a:srgbClr val="B0BEC5"/>
                </a:solidFill>
              </a:rPr>
              <a:t>Prototipar no Jupyter → Refatorar na IDE → Testar no Jupyter → Deploy via IDE.  VSCode abre notebooks nativamente (extensão Jupyter), unificando o workflow em um só ambiente.</a:t>
            </a:r>
          </a:p>
        </p:txBody>
      </p:sp>
    </p:spTree>
    <p:extLst>
      <p:ext uri="{BB962C8B-B14F-4D97-AF65-F5344CB8AC3E}">
        <p14:creationId xmlns:p14="http://schemas.microsoft.com/office/powerpoint/2010/main" val="1177333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457200" y="1524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/>
          <a:lstStyle/>
          <a:p>
            <a:pPr algn="l"/>
            <a:r>
              <a:rPr lang="pt-BR" sz="2400" b="1">
                <a:solidFill>
                  <a:srgbClr val="F0F0F0"/>
                </a:solidFill>
              </a:rPr>
              <a:t>Matriz Comparativa — </a:t>
            </a:r>
            <a:r>
              <a:rPr lang="pt-BR" sz="2400" b="1">
                <a:solidFill>
                  <a:srgbClr val="00D9FF"/>
                </a:solidFill>
              </a:rPr>
              <a:t>Todos os Ambientes</a:t>
            </a:r>
          </a:p>
        </p:txBody>
      </p:sp>
      <p:sp>
        <p:nvSpPr>
          <p:cNvPr id="20" name="H0"/>
          <p:cNvSpPr/>
          <p:nvPr/>
        </p:nvSpPr>
        <p:spPr>
          <a:xfrm>
            <a:off x="457200" y="762000"/>
            <a:ext cx="2286000" cy="381000"/>
          </a:xfrm>
          <a:prstGeom prst="roundRect">
            <a:avLst>
              <a:gd name="adj" fmla="val 16667"/>
            </a:avLst>
          </a:prstGeom>
          <a:solidFill>
            <a:srgbClr val="B0BEC5">
              <a:alpha val="20000"/>
            </a:srgbClr>
          </a:solidFill>
          <a:ln w="0">
            <a:noFill/>
          </a:ln>
        </p:spPr>
        <p:txBody>
          <a:bodyPr lIns="72000" tIns="36000" rIns="72000" bIns="36000" anchor="ctr"/>
          <a:lstStyle/>
          <a:p>
            <a:pPr algn="ctr"/>
            <a:r>
              <a:rPr lang="pt-BR" sz="1200" b="1">
                <a:solidFill>
                  <a:srgbClr val="B0BEC5"/>
                </a:solidFill>
              </a:rPr>
              <a:t>Recurso</a:t>
            </a:r>
          </a:p>
        </p:txBody>
      </p:sp>
      <p:sp>
        <p:nvSpPr>
          <p:cNvPr id="21" name="H1"/>
          <p:cNvSpPr/>
          <p:nvPr/>
        </p:nvSpPr>
        <p:spPr>
          <a:xfrm>
            <a:off x="2819400" y="762000"/>
            <a:ext cx="2286000" cy="381000"/>
          </a:xfrm>
          <a:prstGeom prst="roundRect">
            <a:avLst>
              <a:gd name="adj" fmla="val 16667"/>
            </a:avLst>
          </a:prstGeom>
          <a:solidFill>
            <a:srgbClr val="7C4DFF">
              <a:alpha val="20000"/>
            </a:srgbClr>
          </a:solidFill>
          <a:ln w="0">
            <a:noFill/>
          </a:ln>
        </p:spPr>
        <p:txBody>
          <a:bodyPr lIns="72000" tIns="36000" rIns="72000" bIns="36000" anchor="ctr"/>
          <a:lstStyle/>
          <a:p>
            <a:pPr algn="ctr"/>
            <a:r>
              <a:rPr lang="pt-BR" sz="1200" b="1">
                <a:solidFill>
                  <a:srgbClr val="7C4DFF"/>
                </a:solidFill>
              </a:rPr>
              <a:t>VSCode</a:t>
            </a:r>
          </a:p>
        </p:txBody>
      </p:sp>
      <p:sp>
        <p:nvSpPr>
          <p:cNvPr id="22" name="H2"/>
          <p:cNvSpPr/>
          <p:nvPr/>
        </p:nvSpPr>
        <p:spPr>
          <a:xfrm>
            <a:off x="5181600" y="762000"/>
            <a:ext cx="2286000" cy="381000"/>
          </a:xfrm>
          <a:prstGeom prst="roundRect">
            <a:avLst>
              <a:gd name="adj" fmla="val 16667"/>
            </a:avLst>
          </a:prstGeom>
          <a:solidFill>
            <a:srgbClr val="00E676">
              <a:alpha val="20000"/>
            </a:srgbClr>
          </a:solidFill>
          <a:ln w="0">
            <a:noFill/>
          </a:ln>
        </p:spPr>
        <p:txBody>
          <a:bodyPr lIns="72000" tIns="36000" rIns="72000" bIns="36000" anchor="ctr"/>
          <a:lstStyle/>
          <a:p>
            <a:pPr algn="ctr"/>
            <a:r>
              <a:rPr lang="pt-BR" sz="1200" b="1">
                <a:solidFill>
                  <a:srgbClr val="00E676"/>
                </a:solidFill>
              </a:rPr>
              <a:t>Python/pdb</a:t>
            </a:r>
          </a:p>
        </p:txBody>
      </p:sp>
      <p:sp>
        <p:nvSpPr>
          <p:cNvPr id="23" name="H3"/>
          <p:cNvSpPr/>
          <p:nvPr/>
        </p:nvSpPr>
        <p:spPr>
          <a:xfrm>
            <a:off x="7543800" y="762000"/>
            <a:ext cx="2286000" cy="381000"/>
          </a:xfrm>
          <a:prstGeom prst="roundRect">
            <a:avLst>
              <a:gd name="adj" fmla="val 16667"/>
            </a:avLst>
          </a:prstGeom>
          <a:solidFill>
            <a:srgbClr val="FF6B6B">
              <a:alpha val="20000"/>
            </a:srgbClr>
          </a:solidFill>
          <a:ln w="0">
            <a:noFill/>
          </a:ln>
        </p:spPr>
        <p:txBody>
          <a:bodyPr lIns="72000" tIns="36000" rIns="72000" bIns="36000" anchor="ctr"/>
          <a:lstStyle/>
          <a:p>
            <a:pPr algn="ctr"/>
            <a:r>
              <a:rPr lang="pt-BR" sz="1200" b="1">
                <a:solidFill>
                  <a:srgbClr val="FF6B6B"/>
                </a:solidFill>
              </a:rPr>
              <a:t>ESP32</a:t>
            </a:r>
          </a:p>
        </p:txBody>
      </p:sp>
      <p:sp>
        <p:nvSpPr>
          <p:cNvPr id="24" name="H4"/>
          <p:cNvSpPr/>
          <p:nvPr/>
        </p:nvSpPr>
        <p:spPr>
          <a:xfrm>
            <a:off x="9906000" y="762000"/>
            <a:ext cx="2286000" cy="381000"/>
          </a:xfrm>
          <a:prstGeom prst="roundRect">
            <a:avLst>
              <a:gd name="adj" fmla="val 16667"/>
            </a:avLst>
          </a:prstGeom>
          <a:solidFill>
            <a:srgbClr val="40C4FF">
              <a:alpha val="20000"/>
            </a:srgbClr>
          </a:solidFill>
          <a:ln w="0">
            <a:noFill/>
          </a:ln>
        </p:spPr>
        <p:txBody>
          <a:bodyPr lIns="72000" tIns="36000" rIns="72000" bIns="36000" anchor="ctr"/>
          <a:lstStyle/>
          <a:p>
            <a:pPr algn="ctr"/>
            <a:r>
              <a:rPr lang="pt-BR" sz="1200" b="1">
                <a:solidFill>
                  <a:srgbClr val="40C4FF"/>
                </a:solidFill>
              </a:rPr>
              <a:t>Jupyter</a:t>
            </a:r>
          </a:p>
        </p:txBody>
      </p:sp>
      <p:sp>
        <p:nvSpPr>
          <p:cNvPr id="100" name="L0"/>
          <p:cNvSpPr/>
          <p:nvPr/>
        </p:nvSpPr>
        <p:spPr>
          <a:xfrm>
            <a:off x="457200" y="1219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B0BEC5">
                <a:alpha val="30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Breakpoints</a:t>
            </a:r>
          </a:p>
        </p:txBody>
      </p:sp>
      <p:sp>
        <p:nvSpPr>
          <p:cNvPr id="101" name="V0_0"/>
          <p:cNvSpPr/>
          <p:nvPr/>
        </p:nvSpPr>
        <p:spPr>
          <a:xfrm>
            <a:off x="2819400" y="1219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Visual + condicional</a:t>
            </a:r>
          </a:p>
        </p:txBody>
      </p:sp>
      <p:sp>
        <p:nvSpPr>
          <p:cNvPr id="102" name="V0_1"/>
          <p:cNvSpPr/>
          <p:nvPr/>
        </p:nvSpPr>
        <p:spPr>
          <a:xfrm>
            <a:off x="5181600" y="1219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pdb.set_trace()</a:t>
            </a:r>
          </a:p>
        </p:txBody>
      </p:sp>
      <p:sp>
        <p:nvSpPr>
          <p:cNvPr id="103" name="V0_2"/>
          <p:cNvSpPr/>
          <p:nvPr/>
        </p:nvSpPr>
        <p:spPr>
          <a:xfrm>
            <a:off x="7543800" y="1219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D54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JTAG hardware</a:t>
            </a:r>
          </a:p>
        </p:txBody>
      </p:sp>
      <p:sp>
        <p:nvSpPr>
          <p:cNvPr id="104" name="V0_3"/>
          <p:cNvSpPr/>
          <p:nvPr/>
        </p:nvSpPr>
        <p:spPr>
          <a:xfrm>
            <a:off x="9906000" y="1219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D54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%debug / ipdb</a:t>
            </a:r>
          </a:p>
        </p:txBody>
      </p:sp>
      <p:sp>
        <p:nvSpPr>
          <p:cNvPr id="110" name="L1"/>
          <p:cNvSpPr/>
          <p:nvPr/>
        </p:nvSpPr>
        <p:spPr>
          <a:xfrm>
            <a:off x="457200" y="18288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B0BEC5">
                <a:alpha val="30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Step-through</a:t>
            </a:r>
          </a:p>
        </p:txBody>
      </p:sp>
      <p:sp>
        <p:nvSpPr>
          <p:cNvPr id="111" name="V1_0"/>
          <p:cNvSpPr/>
          <p:nvPr/>
        </p:nvSpPr>
        <p:spPr>
          <a:xfrm>
            <a:off x="2819400" y="18288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F10/F11 visual</a:t>
            </a:r>
          </a:p>
        </p:txBody>
      </p:sp>
      <p:sp>
        <p:nvSpPr>
          <p:cNvPr id="112" name="V1_1"/>
          <p:cNvSpPr/>
          <p:nvPr/>
        </p:nvSpPr>
        <p:spPr>
          <a:xfrm>
            <a:off x="5181600" y="18288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D9F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n, s, c no terminal</a:t>
            </a:r>
          </a:p>
        </p:txBody>
      </p:sp>
      <p:sp>
        <p:nvSpPr>
          <p:cNvPr id="113" name="V1_2"/>
          <p:cNvSpPr/>
          <p:nvPr/>
        </p:nvSpPr>
        <p:spPr>
          <a:xfrm>
            <a:off x="7543800" y="18288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D9F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GDB step/next</a:t>
            </a:r>
          </a:p>
        </p:txBody>
      </p:sp>
      <p:sp>
        <p:nvSpPr>
          <p:cNvPr id="114" name="V1_3"/>
          <p:cNvSpPr/>
          <p:nvPr/>
        </p:nvSpPr>
        <p:spPr>
          <a:xfrm>
            <a:off x="9906000" y="18288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D9F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Célula por célula</a:t>
            </a:r>
          </a:p>
        </p:txBody>
      </p:sp>
      <p:sp>
        <p:nvSpPr>
          <p:cNvPr id="120" name="L2"/>
          <p:cNvSpPr/>
          <p:nvPr/>
        </p:nvSpPr>
        <p:spPr>
          <a:xfrm>
            <a:off x="457200" y="24384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B0BEC5">
                <a:alpha val="30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Watch Vars</a:t>
            </a:r>
          </a:p>
        </p:txBody>
      </p:sp>
      <p:sp>
        <p:nvSpPr>
          <p:cNvPr id="121" name="V2_0"/>
          <p:cNvSpPr/>
          <p:nvPr/>
        </p:nvSpPr>
        <p:spPr>
          <a:xfrm>
            <a:off x="2819400" y="24384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Painel dedicado</a:t>
            </a:r>
          </a:p>
        </p:txBody>
      </p:sp>
      <p:sp>
        <p:nvSpPr>
          <p:cNvPr id="122" name="V2_1"/>
          <p:cNvSpPr/>
          <p:nvPr/>
        </p:nvSpPr>
        <p:spPr>
          <a:xfrm>
            <a:off x="5181600" y="24384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D54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p variável</a:t>
            </a:r>
          </a:p>
        </p:txBody>
      </p:sp>
      <p:sp>
        <p:nvSpPr>
          <p:cNvPr id="123" name="V2_2"/>
          <p:cNvSpPr/>
          <p:nvPr/>
        </p:nvSpPr>
        <p:spPr>
          <a:xfrm>
            <a:off x="7543800" y="24384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D9F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GDB watch</a:t>
            </a:r>
          </a:p>
        </p:txBody>
      </p:sp>
      <p:sp>
        <p:nvSpPr>
          <p:cNvPr id="124" name="V2_3"/>
          <p:cNvSpPr/>
          <p:nvPr/>
        </p:nvSpPr>
        <p:spPr>
          <a:xfrm>
            <a:off x="9906000" y="24384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D54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display() / print()</a:t>
            </a:r>
          </a:p>
        </p:txBody>
      </p:sp>
      <p:sp>
        <p:nvSpPr>
          <p:cNvPr id="130" name="L3"/>
          <p:cNvSpPr/>
          <p:nvPr/>
        </p:nvSpPr>
        <p:spPr>
          <a:xfrm>
            <a:off x="457200" y="30480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B0BEC5">
                <a:alpha val="30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Call Stack</a:t>
            </a:r>
          </a:p>
        </p:txBody>
      </p:sp>
      <p:sp>
        <p:nvSpPr>
          <p:cNvPr id="131" name="V3_0"/>
          <p:cNvSpPr/>
          <p:nvPr/>
        </p:nvSpPr>
        <p:spPr>
          <a:xfrm>
            <a:off x="2819400" y="30480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Painel visual</a:t>
            </a:r>
          </a:p>
        </p:txBody>
      </p:sp>
      <p:sp>
        <p:nvSpPr>
          <p:cNvPr id="132" name="V3_1"/>
          <p:cNvSpPr/>
          <p:nvPr/>
        </p:nvSpPr>
        <p:spPr>
          <a:xfrm>
            <a:off x="5181600" y="30480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D9F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where / bt</a:t>
            </a:r>
          </a:p>
        </p:txBody>
      </p:sp>
      <p:sp>
        <p:nvSpPr>
          <p:cNvPr id="133" name="V3_2"/>
          <p:cNvSpPr/>
          <p:nvPr/>
        </p:nvSpPr>
        <p:spPr>
          <a:xfrm>
            <a:off x="7543800" y="30480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D9F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backtrace GDB</a:t>
            </a:r>
          </a:p>
        </p:txBody>
      </p:sp>
      <p:sp>
        <p:nvSpPr>
          <p:cNvPr id="134" name="V3_3"/>
          <p:cNvSpPr/>
          <p:nvPr/>
        </p:nvSpPr>
        <p:spPr>
          <a:xfrm>
            <a:off x="9906000" y="30480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D54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Traceback nativo</a:t>
            </a:r>
          </a:p>
        </p:txBody>
      </p:sp>
      <p:sp>
        <p:nvSpPr>
          <p:cNvPr id="140" name="L4"/>
          <p:cNvSpPr/>
          <p:nvPr/>
        </p:nvSpPr>
        <p:spPr>
          <a:xfrm>
            <a:off x="457200" y="36576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B0BEC5">
                <a:alpha val="30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Facilidade</a:t>
            </a:r>
          </a:p>
        </p:txBody>
      </p:sp>
      <p:sp>
        <p:nvSpPr>
          <p:cNvPr id="141" name="V4_0"/>
          <p:cNvSpPr/>
          <p:nvPr/>
        </p:nvSpPr>
        <p:spPr>
          <a:xfrm>
            <a:off x="2819400" y="36576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★★★★★</a:t>
            </a:r>
          </a:p>
        </p:txBody>
      </p:sp>
      <p:sp>
        <p:nvSpPr>
          <p:cNvPr id="142" name="V4_1"/>
          <p:cNvSpPr/>
          <p:nvPr/>
        </p:nvSpPr>
        <p:spPr>
          <a:xfrm>
            <a:off x="5181600" y="36576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D54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★★★☆☆</a:t>
            </a:r>
          </a:p>
        </p:txBody>
      </p:sp>
      <p:sp>
        <p:nvSpPr>
          <p:cNvPr id="143" name="V4_2"/>
          <p:cNvSpPr/>
          <p:nvPr/>
        </p:nvSpPr>
        <p:spPr>
          <a:xfrm>
            <a:off x="7543800" y="36576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6B6B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★★☆☆☆</a:t>
            </a:r>
          </a:p>
        </p:txBody>
      </p:sp>
      <p:sp>
        <p:nvSpPr>
          <p:cNvPr id="144" name="V4_3"/>
          <p:cNvSpPr/>
          <p:nvPr/>
        </p:nvSpPr>
        <p:spPr>
          <a:xfrm>
            <a:off x="9906000" y="36576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D9F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★★★★☆</a:t>
            </a:r>
          </a:p>
        </p:txBody>
      </p:sp>
      <p:sp>
        <p:nvSpPr>
          <p:cNvPr id="150" name="L5"/>
          <p:cNvSpPr/>
          <p:nvPr/>
        </p:nvSpPr>
        <p:spPr>
          <a:xfrm>
            <a:off x="457200" y="4267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B0BEC5">
                <a:alpha val="30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100" b="1">
                <a:solidFill>
                  <a:srgbClr val="F0F0F0"/>
                </a:solidFill>
              </a:rPr>
              <a:t>Profundidade</a:t>
            </a:r>
          </a:p>
        </p:txBody>
      </p:sp>
      <p:sp>
        <p:nvSpPr>
          <p:cNvPr id="151" name="V5_0"/>
          <p:cNvSpPr/>
          <p:nvPr/>
        </p:nvSpPr>
        <p:spPr>
          <a:xfrm>
            <a:off x="2819400" y="4267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D9F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★★★★☆</a:t>
            </a:r>
          </a:p>
        </p:txBody>
      </p:sp>
      <p:sp>
        <p:nvSpPr>
          <p:cNvPr id="152" name="V5_1"/>
          <p:cNvSpPr/>
          <p:nvPr/>
        </p:nvSpPr>
        <p:spPr>
          <a:xfrm>
            <a:off x="5181600" y="4267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D54F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★★★☆☆</a:t>
            </a:r>
          </a:p>
        </p:txBody>
      </p:sp>
      <p:sp>
        <p:nvSpPr>
          <p:cNvPr id="153" name="V5_2"/>
          <p:cNvSpPr/>
          <p:nvPr/>
        </p:nvSpPr>
        <p:spPr>
          <a:xfrm>
            <a:off x="7543800" y="4267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00E676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★★★★★</a:t>
            </a:r>
          </a:p>
        </p:txBody>
      </p:sp>
      <p:sp>
        <p:nvSpPr>
          <p:cNvPr id="154" name="V5_3"/>
          <p:cNvSpPr/>
          <p:nvPr/>
        </p:nvSpPr>
        <p:spPr>
          <a:xfrm>
            <a:off x="9906000" y="4267200"/>
            <a:ext cx="2286000" cy="53340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FF6B6B">
                <a:alpha val="25000"/>
              </a:srgbClr>
            </a:solidFill>
          </a:ln>
        </p:spPr>
        <p:txBody>
          <a:bodyPr lIns="72000" tIns="36000" rIns="72000" bIns="36000" anchor="ctr"/>
          <a:lstStyle/>
          <a:p>
            <a:pPr algn="ctr"/>
            <a:r>
              <a:rPr lang="pt-BR" sz="1000">
                <a:solidFill>
                  <a:srgbClr val="B0BEC5"/>
                </a:solidFill>
              </a:rPr>
              <a:t>★★☆☆☆</a:t>
            </a:r>
          </a:p>
        </p:txBody>
      </p:sp>
    </p:spTree>
    <p:extLst>
      <p:ext uri="{BB962C8B-B14F-4D97-AF65-F5344CB8AC3E}">
        <p14:creationId xmlns:p14="http://schemas.microsoft.com/office/powerpoint/2010/main" val="2693576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5298473933]">
  <a:themeElements>
    <a:clrScheme name="Office">
      <a:dk1>
        <a:srgbClr val="F0F0F0"/>
      </a:dk1>
      <a:lt1>
        <a:srgbClr val="1A1A2E"/>
      </a:lt1>
      <a:dk2>
        <a:srgbClr val="B0BEC5"/>
      </a:dk2>
      <a:lt2>
        <a:srgbClr val="16213E"/>
      </a:lt2>
      <a:accent1>
        <a:srgbClr val="00D9FF"/>
      </a:accent1>
      <a:accent2>
        <a:srgbClr val="7C4DFF"/>
      </a:accent2>
      <a:accent3>
        <a:srgbClr val="00E676"/>
      </a:accent3>
      <a:accent4>
        <a:srgbClr val="FF6B6B"/>
      </a:accent4>
      <a:accent5>
        <a:srgbClr val="FFD54F"/>
      </a:accent5>
      <a:accent6>
        <a:srgbClr val="40C4FF"/>
      </a:accent6>
      <a:hlink>
        <a:srgbClr val="467886"/>
      </a:hlink>
      <a:folHlink>
        <a:srgbClr val="96607D"/>
      </a:folHlink>
    </a:clrScheme>
    <a:fontScheme name="Office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9AC3D-AFBF-49F3-A39B-6B9E3938BB7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fe5a1de-2678-4368-abaa-76dead80ad1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3008</Words>
  <Application>Microsoft Office PowerPoint</Application>
  <PresentationFormat>Widescreen</PresentationFormat>
  <Paragraphs>535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7" baseType="lpstr">
      <vt:lpstr>Arial</vt:lpstr>
      <vt:lpstr>Consolas</vt:lpstr>
      <vt:lpstr>Segoe UI</vt:lpstr>
      <vt:lpstr>Tema do Office [1775298473933]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Silva de Morais</dc:creator>
  <cp:lastModifiedBy>Josué Morais</cp:lastModifiedBy>
  <cp:revision>3</cp:revision>
  <dcterms:created xsi:type="dcterms:W3CDTF">2026-04-04T10:23:00Z</dcterms:created>
  <dcterms:modified xsi:type="dcterms:W3CDTF">2026-04-08T09:54:16Z</dcterms:modified>
</cp:coreProperties>
</file>